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142" y="328930"/>
            <a:ext cx="7625714" cy="134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1826" y="1961324"/>
            <a:ext cx="4391025" cy="358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ages.github.com/" TargetMode="External"/><Relationship Id="rId3" Type="http://schemas.openxmlformats.org/officeDocument/2006/relationships/hyperlink" Target="https://gohugo.io/" TargetMode="External"/><Relationship Id="rId4" Type="http://schemas.openxmlformats.org/officeDocument/2006/relationships/hyperlink" Target="https://processing.org/reference" TargetMode="External"/><Relationship Id="rId5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5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2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7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2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s://github.com/ptiagomp/aalto-programming-visual-artists-24-25/tree/main/Session-02_25022025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588" y="2228943"/>
            <a:ext cx="3115219" cy="238475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847458" y="776425"/>
            <a:ext cx="1796414" cy="1495425"/>
          </a:xfrm>
          <a:custGeom>
            <a:avLst/>
            <a:gdLst/>
            <a:ahLst/>
            <a:cxnLst/>
            <a:rect l="l" t="t" r="r" b="b"/>
            <a:pathLst>
              <a:path w="1796415" h="1495425">
                <a:moveTo>
                  <a:pt x="0" y="297105"/>
                </a:moveTo>
                <a:lnTo>
                  <a:pt x="35035" y="263650"/>
                </a:lnTo>
                <a:lnTo>
                  <a:pt x="70700" y="232232"/>
                </a:lnTo>
                <a:lnTo>
                  <a:pt x="106955" y="202842"/>
                </a:lnTo>
                <a:lnTo>
                  <a:pt x="143758" y="175473"/>
                </a:lnTo>
                <a:lnTo>
                  <a:pt x="181070" y="150117"/>
                </a:lnTo>
                <a:lnTo>
                  <a:pt x="218849" y="126767"/>
                </a:lnTo>
                <a:lnTo>
                  <a:pt x="257055" y="105413"/>
                </a:lnTo>
                <a:lnTo>
                  <a:pt x="295646" y="86049"/>
                </a:lnTo>
                <a:lnTo>
                  <a:pt x="334583" y="68667"/>
                </a:lnTo>
                <a:lnTo>
                  <a:pt x="373825" y="53258"/>
                </a:lnTo>
                <a:lnTo>
                  <a:pt x="413330" y="39815"/>
                </a:lnTo>
                <a:lnTo>
                  <a:pt x="453058" y="28330"/>
                </a:lnTo>
                <a:lnTo>
                  <a:pt x="492968" y="18796"/>
                </a:lnTo>
                <a:lnTo>
                  <a:pt x="533021" y="11203"/>
                </a:lnTo>
                <a:lnTo>
                  <a:pt x="573174" y="5545"/>
                </a:lnTo>
                <a:lnTo>
                  <a:pt x="613387" y="1813"/>
                </a:lnTo>
                <a:lnTo>
                  <a:pt x="653620" y="0"/>
                </a:lnTo>
                <a:lnTo>
                  <a:pt x="693832" y="97"/>
                </a:lnTo>
                <a:lnTo>
                  <a:pt x="733982" y="2097"/>
                </a:lnTo>
                <a:lnTo>
                  <a:pt x="774029" y="5993"/>
                </a:lnTo>
                <a:lnTo>
                  <a:pt x="813933" y="11775"/>
                </a:lnTo>
                <a:lnTo>
                  <a:pt x="853652" y="19437"/>
                </a:lnTo>
                <a:lnTo>
                  <a:pt x="893147" y="28970"/>
                </a:lnTo>
                <a:lnTo>
                  <a:pt x="932377" y="40367"/>
                </a:lnTo>
                <a:lnTo>
                  <a:pt x="971300" y="53619"/>
                </a:lnTo>
                <a:lnTo>
                  <a:pt x="1009877" y="68719"/>
                </a:lnTo>
                <a:lnTo>
                  <a:pt x="1048065" y="85659"/>
                </a:lnTo>
                <a:lnTo>
                  <a:pt x="1085826" y="104431"/>
                </a:lnTo>
                <a:lnTo>
                  <a:pt x="1123117" y="125028"/>
                </a:lnTo>
                <a:lnTo>
                  <a:pt x="1159899" y="147440"/>
                </a:lnTo>
                <a:lnTo>
                  <a:pt x="1196130" y="171661"/>
                </a:lnTo>
                <a:lnTo>
                  <a:pt x="1231770" y="197683"/>
                </a:lnTo>
                <a:lnTo>
                  <a:pt x="1266778" y="225497"/>
                </a:lnTo>
                <a:lnTo>
                  <a:pt x="1301114" y="255096"/>
                </a:lnTo>
                <a:lnTo>
                  <a:pt x="1334736" y="286473"/>
                </a:lnTo>
                <a:lnTo>
                  <a:pt x="1367604" y="319618"/>
                </a:lnTo>
                <a:lnTo>
                  <a:pt x="1399678" y="354524"/>
                </a:lnTo>
                <a:lnTo>
                  <a:pt x="1430916" y="391184"/>
                </a:lnTo>
                <a:lnTo>
                  <a:pt x="1461277" y="429589"/>
                </a:lnTo>
                <a:lnTo>
                  <a:pt x="1490722" y="469732"/>
                </a:lnTo>
                <a:lnTo>
                  <a:pt x="1519210" y="511605"/>
                </a:lnTo>
                <a:lnTo>
                  <a:pt x="1546699" y="555200"/>
                </a:lnTo>
                <a:lnTo>
                  <a:pt x="1573149" y="600508"/>
                </a:lnTo>
                <a:lnTo>
                  <a:pt x="1595492" y="641769"/>
                </a:lnTo>
                <a:lnTo>
                  <a:pt x="1616715" y="683909"/>
                </a:lnTo>
                <a:lnTo>
                  <a:pt x="1636808" y="726887"/>
                </a:lnTo>
                <a:lnTo>
                  <a:pt x="1655760" y="770663"/>
                </a:lnTo>
                <a:lnTo>
                  <a:pt x="1673562" y="815196"/>
                </a:lnTo>
                <a:lnTo>
                  <a:pt x="1690204" y="860445"/>
                </a:lnTo>
                <a:lnTo>
                  <a:pt x="1705676" y="906369"/>
                </a:lnTo>
                <a:lnTo>
                  <a:pt x="1719967" y="952926"/>
                </a:lnTo>
                <a:lnTo>
                  <a:pt x="1733068" y="1000078"/>
                </a:lnTo>
                <a:lnTo>
                  <a:pt x="1744969" y="1047781"/>
                </a:lnTo>
                <a:lnTo>
                  <a:pt x="1755660" y="1095996"/>
                </a:lnTo>
                <a:lnTo>
                  <a:pt x="1765130" y="1144682"/>
                </a:lnTo>
                <a:lnTo>
                  <a:pt x="1773370" y="1193797"/>
                </a:lnTo>
                <a:lnTo>
                  <a:pt x="1780370" y="1243301"/>
                </a:lnTo>
                <a:lnTo>
                  <a:pt x="1786119" y="1293153"/>
                </a:lnTo>
                <a:lnTo>
                  <a:pt x="1790608" y="1343312"/>
                </a:lnTo>
                <a:lnTo>
                  <a:pt x="1793827" y="1393738"/>
                </a:lnTo>
                <a:lnTo>
                  <a:pt x="1795766" y="1444388"/>
                </a:lnTo>
                <a:lnTo>
                  <a:pt x="1796415" y="1495223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98109" y="1278255"/>
            <a:ext cx="3094355" cy="204597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algn="ctr" marL="12065" marR="5080">
              <a:lnSpc>
                <a:spcPct val="100299"/>
              </a:lnSpc>
              <a:spcBef>
                <a:spcPts val="115"/>
              </a:spcBef>
            </a:pPr>
            <a:r>
              <a:rPr dirty="0" spc="-20"/>
              <a:t>Programming </a:t>
            </a:r>
            <a:r>
              <a:rPr dirty="0"/>
              <a:t>for</a:t>
            </a:r>
            <a:r>
              <a:rPr dirty="0" spc="-140"/>
              <a:t> </a:t>
            </a:r>
            <a:r>
              <a:rPr dirty="0" spc="-10"/>
              <a:t>Visual Artists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8324850" y="5610225"/>
            <a:ext cx="381000" cy="495300"/>
          </a:xfrm>
          <a:custGeom>
            <a:avLst/>
            <a:gdLst/>
            <a:ahLst/>
            <a:cxnLst/>
            <a:rect l="l" t="t" r="r" b="b"/>
            <a:pathLst>
              <a:path w="381000" h="495300">
                <a:moveTo>
                  <a:pt x="190500" y="0"/>
                </a:moveTo>
                <a:lnTo>
                  <a:pt x="152123" y="5031"/>
                </a:lnTo>
                <a:lnTo>
                  <a:pt x="116371" y="19460"/>
                </a:lnTo>
                <a:lnTo>
                  <a:pt x="84013" y="42293"/>
                </a:lnTo>
                <a:lnTo>
                  <a:pt x="55816" y="72532"/>
                </a:lnTo>
                <a:lnTo>
                  <a:pt x="32548" y="109184"/>
                </a:lnTo>
                <a:lnTo>
                  <a:pt x="14978" y="151251"/>
                </a:lnTo>
                <a:lnTo>
                  <a:pt x="3872" y="197738"/>
                </a:lnTo>
                <a:lnTo>
                  <a:pt x="0" y="247650"/>
                </a:lnTo>
                <a:lnTo>
                  <a:pt x="3872" y="297561"/>
                </a:lnTo>
                <a:lnTo>
                  <a:pt x="14978" y="344048"/>
                </a:lnTo>
                <a:lnTo>
                  <a:pt x="32548" y="386115"/>
                </a:lnTo>
                <a:lnTo>
                  <a:pt x="55816" y="422767"/>
                </a:lnTo>
                <a:lnTo>
                  <a:pt x="84013" y="453006"/>
                </a:lnTo>
                <a:lnTo>
                  <a:pt x="116371" y="475839"/>
                </a:lnTo>
                <a:lnTo>
                  <a:pt x="152123" y="490268"/>
                </a:lnTo>
                <a:lnTo>
                  <a:pt x="190500" y="495300"/>
                </a:lnTo>
                <a:lnTo>
                  <a:pt x="228876" y="490268"/>
                </a:lnTo>
                <a:lnTo>
                  <a:pt x="264628" y="475839"/>
                </a:lnTo>
                <a:lnTo>
                  <a:pt x="296986" y="453006"/>
                </a:lnTo>
                <a:lnTo>
                  <a:pt x="325183" y="422767"/>
                </a:lnTo>
                <a:lnTo>
                  <a:pt x="348451" y="386115"/>
                </a:lnTo>
                <a:lnTo>
                  <a:pt x="366021" y="344048"/>
                </a:lnTo>
                <a:lnTo>
                  <a:pt x="377127" y="297561"/>
                </a:lnTo>
                <a:lnTo>
                  <a:pt x="381000" y="247650"/>
                </a:lnTo>
                <a:lnTo>
                  <a:pt x="377127" y="197738"/>
                </a:lnTo>
                <a:lnTo>
                  <a:pt x="366021" y="151251"/>
                </a:lnTo>
                <a:lnTo>
                  <a:pt x="348451" y="109184"/>
                </a:lnTo>
                <a:lnTo>
                  <a:pt x="325183" y="72532"/>
                </a:lnTo>
                <a:lnTo>
                  <a:pt x="296986" y="42293"/>
                </a:lnTo>
                <a:lnTo>
                  <a:pt x="264628" y="19460"/>
                </a:lnTo>
                <a:lnTo>
                  <a:pt x="228876" y="5031"/>
                </a:lnTo>
                <a:lnTo>
                  <a:pt x="190500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05476" y="3810317"/>
            <a:ext cx="3082290" cy="149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3835"/>
              </a:lnSpc>
              <a:spcBef>
                <a:spcPts val="125"/>
              </a:spcBef>
            </a:pP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2024/2025</a:t>
            </a:r>
            <a:endParaRPr sz="3200">
              <a:latin typeface="Calibri"/>
              <a:cs typeface="Calibri"/>
            </a:endParaRPr>
          </a:p>
          <a:p>
            <a:pPr algn="ctr" marL="12700" marR="5080">
              <a:lnSpc>
                <a:spcPts val="3829"/>
              </a:lnSpc>
              <a:spcBef>
                <a:spcPts val="110"/>
              </a:spcBef>
            </a:pP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32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3200" spc="-8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888888"/>
                </a:solidFill>
                <a:latin typeface="Calibri"/>
                <a:cs typeface="Calibri"/>
              </a:rPr>
              <a:t>Art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and</a:t>
            </a:r>
            <a:r>
              <a:rPr dirty="0" sz="3200" spc="-4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Media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89191" y="545146"/>
            <a:ext cx="1783714" cy="1551305"/>
          </a:xfrm>
          <a:custGeom>
            <a:avLst/>
            <a:gdLst/>
            <a:ahLst/>
            <a:cxnLst/>
            <a:rect l="l" t="t" r="r" b="b"/>
            <a:pathLst>
              <a:path w="1783715" h="1551305">
                <a:moveTo>
                  <a:pt x="1783714" y="1551242"/>
                </a:moveTo>
                <a:lnTo>
                  <a:pt x="1777383" y="1500791"/>
                </a:lnTo>
                <a:lnTo>
                  <a:pt x="1769690" y="1450642"/>
                </a:lnTo>
                <a:lnTo>
                  <a:pt x="1760663" y="1400827"/>
                </a:lnTo>
                <a:lnTo>
                  <a:pt x="1750327" y="1351376"/>
                </a:lnTo>
                <a:lnTo>
                  <a:pt x="1738710" y="1302319"/>
                </a:lnTo>
                <a:lnTo>
                  <a:pt x="1725838" y="1253687"/>
                </a:lnTo>
                <a:lnTo>
                  <a:pt x="1711737" y="1205511"/>
                </a:lnTo>
                <a:lnTo>
                  <a:pt x="1696434" y="1157821"/>
                </a:lnTo>
                <a:lnTo>
                  <a:pt x="1679956" y="1110649"/>
                </a:lnTo>
                <a:lnTo>
                  <a:pt x="1662329" y="1064024"/>
                </a:lnTo>
                <a:lnTo>
                  <a:pt x="1643579" y="1017978"/>
                </a:lnTo>
                <a:lnTo>
                  <a:pt x="1623734" y="972541"/>
                </a:lnTo>
                <a:lnTo>
                  <a:pt x="1602819" y="927744"/>
                </a:lnTo>
                <a:lnTo>
                  <a:pt x="1580861" y="883617"/>
                </a:lnTo>
                <a:lnTo>
                  <a:pt x="1557887" y="840191"/>
                </a:lnTo>
                <a:lnTo>
                  <a:pt x="1533923" y="797497"/>
                </a:lnTo>
                <a:lnTo>
                  <a:pt x="1508996" y="755566"/>
                </a:lnTo>
                <a:lnTo>
                  <a:pt x="1483132" y="714428"/>
                </a:lnTo>
                <a:lnTo>
                  <a:pt x="1456358" y="674113"/>
                </a:lnTo>
                <a:lnTo>
                  <a:pt x="1428701" y="634653"/>
                </a:lnTo>
                <a:lnTo>
                  <a:pt x="1400186" y="596078"/>
                </a:lnTo>
                <a:lnTo>
                  <a:pt x="1370841" y="558419"/>
                </a:lnTo>
                <a:lnTo>
                  <a:pt x="1340692" y="521706"/>
                </a:lnTo>
                <a:lnTo>
                  <a:pt x="1309765" y="485970"/>
                </a:lnTo>
                <a:lnTo>
                  <a:pt x="1278087" y="451242"/>
                </a:lnTo>
                <a:lnTo>
                  <a:pt x="1245685" y="417553"/>
                </a:lnTo>
                <a:lnTo>
                  <a:pt x="1212585" y="384932"/>
                </a:lnTo>
                <a:lnTo>
                  <a:pt x="1178813" y="353412"/>
                </a:lnTo>
                <a:lnTo>
                  <a:pt x="1144397" y="323021"/>
                </a:lnTo>
                <a:lnTo>
                  <a:pt x="1109362" y="293792"/>
                </a:lnTo>
                <a:lnTo>
                  <a:pt x="1073736" y="265755"/>
                </a:lnTo>
                <a:lnTo>
                  <a:pt x="1037544" y="238940"/>
                </a:lnTo>
                <a:lnTo>
                  <a:pt x="1000814" y="213378"/>
                </a:lnTo>
                <a:lnTo>
                  <a:pt x="963571" y="189100"/>
                </a:lnTo>
                <a:lnTo>
                  <a:pt x="925843" y="166136"/>
                </a:lnTo>
                <a:lnTo>
                  <a:pt x="887656" y="144517"/>
                </a:lnTo>
                <a:lnTo>
                  <a:pt x="849036" y="124274"/>
                </a:lnTo>
                <a:lnTo>
                  <a:pt x="810010" y="105437"/>
                </a:lnTo>
                <a:lnTo>
                  <a:pt x="770604" y="88038"/>
                </a:lnTo>
                <a:lnTo>
                  <a:pt x="730846" y="72106"/>
                </a:lnTo>
                <a:lnTo>
                  <a:pt x="690761" y="57672"/>
                </a:lnTo>
                <a:lnTo>
                  <a:pt x="650376" y="44768"/>
                </a:lnTo>
                <a:lnTo>
                  <a:pt x="609717" y="33423"/>
                </a:lnTo>
                <a:lnTo>
                  <a:pt x="568812" y="23669"/>
                </a:lnTo>
                <a:lnTo>
                  <a:pt x="527686" y="15536"/>
                </a:lnTo>
                <a:lnTo>
                  <a:pt x="486367" y="9054"/>
                </a:lnTo>
                <a:lnTo>
                  <a:pt x="444880" y="4255"/>
                </a:lnTo>
                <a:lnTo>
                  <a:pt x="392743" y="716"/>
                </a:lnTo>
                <a:lnTo>
                  <a:pt x="341111" y="0"/>
                </a:lnTo>
                <a:lnTo>
                  <a:pt x="290058" y="2096"/>
                </a:lnTo>
                <a:lnTo>
                  <a:pt x="239658" y="6995"/>
                </a:lnTo>
                <a:lnTo>
                  <a:pt x="189982" y="14689"/>
                </a:lnTo>
                <a:lnTo>
                  <a:pt x="141106" y="25167"/>
                </a:lnTo>
                <a:lnTo>
                  <a:pt x="93101" y="38421"/>
                </a:lnTo>
                <a:lnTo>
                  <a:pt x="46041" y="54440"/>
                </a:lnTo>
                <a:lnTo>
                  <a:pt x="0" y="73216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5578" y="757555"/>
            <a:ext cx="139001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0"/>
              <a:t>Recap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711784" y="0"/>
                </a:moveTo>
                <a:lnTo>
                  <a:pt x="663064" y="1177"/>
                </a:lnTo>
                <a:lnTo>
                  <a:pt x="614789" y="4680"/>
                </a:lnTo>
                <a:lnTo>
                  <a:pt x="566988" y="10470"/>
                </a:lnTo>
                <a:lnTo>
                  <a:pt x="519691" y="18506"/>
                </a:lnTo>
                <a:lnTo>
                  <a:pt x="472929" y="28746"/>
                </a:lnTo>
                <a:lnTo>
                  <a:pt x="426732" y="41149"/>
                </a:lnTo>
                <a:lnTo>
                  <a:pt x="381131" y="55676"/>
                </a:lnTo>
                <a:lnTo>
                  <a:pt x="336155" y="72285"/>
                </a:lnTo>
                <a:lnTo>
                  <a:pt x="291835" y="90936"/>
                </a:lnTo>
                <a:lnTo>
                  <a:pt x="248202" y="111587"/>
                </a:lnTo>
                <a:lnTo>
                  <a:pt x="205285" y="134199"/>
                </a:lnTo>
                <a:lnTo>
                  <a:pt x="163115" y="158729"/>
                </a:lnTo>
                <a:lnTo>
                  <a:pt x="121722" y="185138"/>
                </a:lnTo>
                <a:lnTo>
                  <a:pt x="81136" y="213385"/>
                </a:lnTo>
                <a:lnTo>
                  <a:pt x="0" y="279247"/>
                </a:lnTo>
                <a:lnTo>
                  <a:pt x="0" y="1371600"/>
                </a:lnTo>
                <a:lnTo>
                  <a:pt x="2000250" y="1371600"/>
                </a:lnTo>
                <a:lnTo>
                  <a:pt x="1975358" y="1242212"/>
                </a:lnTo>
                <a:lnTo>
                  <a:pt x="1962506" y="1189910"/>
                </a:lnTo>
                <a:lnTo>
                  <a:pt x="1948481" y="1138339"/>
                </a:lnTo>
                <a:lnTo>
                  <a:pt x="1933303" y="1087529"/>
                </a:lnTo>
                <a:lnTo>
                  <a:pt x="1916993" y="1037508"/>
                </a:lnTo>
                <a:lnTo>
                  <a:pt x="1899572" y="988303"/>
                </a:lnTo>
                <a:lnTo>
                  <a:pt x="1881062" y="939944"/>
                </a:lnTo>
                <a:lnTo>
                  <a:pt x="1861485" y="892458"/>
                </a:lnTo>
                <a:lnTo>
                  <a:pt x="1840860" y="845874"/>
                </a:lnTo>
                <a:lnTo>
                  <a:pt x="1819209" y="800221"/>
                </a:lnTo>
                <a:lnTo>
                  <a:pt x="1796555" y="755526"/>
                </a:lnTo>
                <a:lnTo>
                  <a:pt x="1772917" y="711818"/>
                </a:lnTo>
                <a:lnTo>
                  <a:pt x="1748316" y="669125"/>
                </a:lnTo>
                <a:lnTo>
                  <a:pt x="1722775" y="627476"/>
                </a:lnTo>
                <a:lnTo>
                  <a:pt x="1696315" y="586898"/>
                </a:lnTo>
                <a:lnTo>
                  <a:pt x="1668956" y="547421"/>
                </a:lnTo>
                <a:lnTo>
                  <a:pt x="1640720" y="509072"/>
                </a:lnTo>
                <a:lnTo>
                  <a:pt x="1611628" y="471881"/>
                </a:lnTo>
                <a:lnTo>
                  <a:pt x="1581701" y="435874"/>
                </a:lnTo>
                <a:lnTo>
                  <a:pt x="1550961" y="401081"/>
                </a:lnTo>
                <a:lnTo>
                  <a:pt x="1519428" y="367530"/>
                </a:lnTo>
                <a:lnTo>
                  <a:pt x="1487125" y="335249"/>
                </a:lnTo>
                <a:lnTo>
                  <a:pt x="1454071" y="304267"/>
                </a:lnTo>
                <a:lnTo>
                  <a:pt x="1420289" y="274611"/>
                </a:lnTo>
                <a:lnTo>
                  <a:pt x="1385799" y="246311"/>
                </a:lnTo>
                <a:lnTo>
                  <a:pt x="1350623" y="219394"/>
                </a:lnTo>
                <a:lnTo>
                  <a:pt x="1314782" y="193889"/>
                </a:lnTo>
                <a:lnTo>
                  <a:pt x="1278297" y="169824"/>
                </a:lnTo>
                <a:lnTo>
                  <a:pt x="1241189" y="147228"/>
                </a:lnTo>
                <a:lnTo>
                  <a:pt x="1203480" y="126129"/>
                </a:lnTo>
                <a:lnTo>
                  <a:pt x="1165191" y="106554"/>
                </a:lnTo>
                <a:lnTo>
                  <a:pt x="1126343" y="88533"/>
                </a:lnTo>
                <a:lnTo>
                  <a:pt x="1086957" y="72094"/>
                </a:lnTo>
                <a:lnTo>
                  <a:pt x="1047054" y="57266"/>
                </a:lnTo>
                <a:lnTo>
                  <a:pt x="1006657" y="44075"/>
                </a:lnTo>
                <a:lnTo>
                  <a:pt x="965785" y="32552"/>
                </a:lnTo>
                <a:lnTo>
                  <a:pt x="924460" y="22723"/>
                </a:lnTo>
                <a:lnTo>
                  <a:pt x="882703" y="14618"/>
                </a:lnTo>
                <a:lnTo>
                  <a:pt x="840536" y="8265"/>
                </a:lnTo>
                <a:lnTo>
                  <a:pt x="797980" y="3692"/>
                </a:lnTo>
                <a:lnTo>
                  <a:pt x="755055" y="927"/>
                </a:lnTo>
                <a:lnTo>
                  <a:pt x="71178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264" y="2857642"/>
            <a:ext cx="3281594" cy="11789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504690" y="1991613"/>
            <a:ext cx="3631565" cy="3702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5600" marR="78105" indent="-34353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Some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Creative </a:t>
            </a:r>
            <a:r>
              <a:rPr dirty="0" sz="3200">
                <a:latin typeface="Calibri"/>
                <a:cs typeface="Calibri"/>
              </a:rPr>
              <a:t>Coding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background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Tools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Boilerplate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Processing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101</a:t>
            </a:r>
            <a:endParaRPr sz="3200">
              <a:latin typeface="Calibri"/>
              <a:cs typeface="Calibri"/>
            </a:endParaRPr>
          </a:p>
          <a:p>
            <a:pPr marL="756285" marR="5080" indent="-286385">
              <a:lnSpc>
                <a:spcPct val="100000"/>
              </a:lnSpc>
              <a:spcBef>
                <a:spcPts val="819"/>
              </a:spcBef>
            </a:pPr>
            <a:r>
              <a:rPr dirty="0" sz="2750">
                <a:latin typeface="Arial"/>
                <a:cs typeface="Arial"/>
              </a:rPr>
              <a:t>–</a:t>
            </a:r>
            <a:r>
              <a:rPr dirty="0" sz="2750" spc="-15">
                <a:latin typeface="Arial"/>
                <a:cs typeface="Arial"/>
              </a:rPr>
              <a:t> </a:t>
            </a:r>
            <a:r>
              <a:rPr dirty="0" sz="2750">
                <a:latin typeface="Calibri"/>
                <a:cs typeface="Calibri"/>
              </a:rPr>
              <a:t>Colors,</a:t>
            </a:r>
            <a:r>
              <a:rPr dirty="0" sz="2750" spc="8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background, shapes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44" y="751840"/>
            <a:ext cx="2410460" cy="915035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540"/>
              </a:spcBef>
            </a:pPr>
            <a:r>
              <a:rPr dirty="0" sz="3050"/>
              <a:t>Some</a:t>
            </a:r>
            <a:r>
              <a:rPr dirty="0" sz="3050" spc="75"/>
              <a:t> </a:t>
            </a:r>
            <a:r>
              <a:rPr dirty="0" sz="3050"/>
              <a:t>things</a:t>
            </a:r>
            <a:r>
              <a:rPr dirty="0" sz="3050" spc="40"/>
              <a:t> </a:t>
            </a:r>
            <a:r>
              <a:rPr dirty="0" sz="3050" spc="-25"/>
              <a:t>to </a:t>
            </a:r>
            <a:r>
              <a:rPr dirty="0" sz="3050" spc="-10"/>
              <a:t>check</a:t>
            </a:r>
            <a:endParaRPr sz="3050"/>
          </a:p>
        </p:txBody>
      </p:sp>
      <p:sp>
        <p:nvSpPr>
          <p:cNvPr id="3" name="object 3" descr=""/>
          <p:cNvSpPr/>
          <p:nvPr/>
        </p:nvSpPr>
        <p:spPr>
          <a:xfrm>
            <a:off x="466725" y="1943100"/>
            <a:ext cx="3009900" cy="28575"/>
          </a:xfrm>
          <a:custGeom>
            <a:avLst/>
            <a:gdLst/>
            <a:ahLst/>
            <a:cxnLst/>
            <a:rect l="l" t="t" r="r" b="b"/>
            <a:pathLst>
              <a:path w="3009900" h="28575">
                <a:moveTo>
                  <a:pt x="3009900" y="0"/>
                </a:moveTo>
                <a:lnTo>
                  <a:pt x="0" y="0"/>
                </a:lnTo>
                <a:lnTo>
                  <a:pt x="0" y="28575"/>
                </a:lnTo>
                <a:lnTo>
                  <a:pt x="3009900" y="28575"/>
                </a:lnTo>
                <a:lnTo>
                  <a:pt x="30099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3244" y="2929572"/>
            <a:ext cx="3405504" cy="1677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libri"/>
                <a:cs typeface="Calibri"/>
              </a:rPr>
              <a:t>GitHub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Pages: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u="sng" sz="15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https://pages.github.com/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Calibri"/>
                <a:cs typeface="Calibri"/>
              </a:rPr>
              <a:t>Hugo: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u="sng" sz="15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https://gohugo.io/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550">
              <a:latin typeface="Calibri"/>
              <a:cs typeface="Calibri"/>
            </a:endParaRPr>
          </a:p>
          <a:p>
            <a:pPr marL="12700" marR="675005">
              <a:lnSpc>
                <a:spcPts val="1730"/>
              </a:lnSpc>
            </a:pPr>
            <a:r>
              <a:rPr dirty="0" sz="1550">
                <a:latin typeface="Calibri"/>
                <a:cs typeface="Calibri"/>
              </a:rPr>
              <a:t>Processing</a:t>
            </a:r>
            <a:r>
              <a:rPr dirty="0" sz="1550" spc="20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reference: </a:t>
            </a:r>
            <a:r>
              <a:rPr dirty="0" u="sng" sz="15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https://processing.org/reference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625" y="5762625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66700" y="323786"/>
            <a:ext cx="8877300" cy="6215380"/>
            <a:chOff x="266700" y="323786"/>
            <a:chExt cx="8877300" cy="6215380"/>
          </a:xfrm>
        </p:grpSpPr>
        <p:sp>
          <p:nvSpPr>
            <p:cNvPr id="7" name="object 7" descr=""/>
            <p:cNvSpPr/>
            <p:nvPr/>
          </p:nvSpPr>
          <p:spPr>
            <a:xfrm>
              <a:off x="266700" y="5762625"/>
              <a:ext cx="8877300" cy="742950"/>
            </a:xfrm>
            <a:custGeom>
              <a:avLst/>
              <a:gdLst/>
              <a:ahLst/>
              <a:cxnLst/>
              <a:rect l="l" t="t" r="r" b="b"/>
              <a:pathLst>
                <a:path w="8877300" h="742950">
                  <a:moveTo>
                    <a:pt x="8877300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8877300" y="742950"/>
                  </a:lnTo>
                  <a:lnTo>
                    <a:pt x="8877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4325" y="323786"/>
              <a:ext cx="4938776" cy="62151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76725" y="352425"/>
              <a:ext cx="4638675" cy="5915025"/>
            </a:xfrm>
            <a:custGeom>
              <a:avLst/>
              <a:gdLst/>
              <a:ahLst/>
              <a:cxnLst/>
              <a:rect l="l" t="t" r="r" b="b"/>
              <a:pathLst>
                <a:path w="4638675" h="5915025">
                  <a:moveTo>
                    <a:pt x="463867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4638675" y="5915025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74019" y="1204404"/>
              <a:ext cx="3821429" cy="4211320"/>
            </a:xfrm>
            <a:custGeom>
              <a:avLst/>
              <a:gdLst/>
              <a:ahLst/>
              <a:cxnLst/>
              <a:rect l="l" t="t" r="r" b="b"/>
              <a:pathLst>
                <a:path w="3821429" h="4211320">
                  <a:moveTo>
                    <a:pt x="406196" y="1904390"/>
                  </a:moveTo>
                  <a:lnTo>
                    <a:pt x="399808" y="1872869"/>
                  </a:lnTo>
                  <a:lnTo>
                    <a:pt x="382384" y="1847151"/>
                  </a:lnTo>
                  <a:lnTo>
                    <a:pt x="356539" y="1829816"/>
                  </a:lnTo>
                  <a:lnTo>
                    <a:pt x="324916" y="1823466"/>
                  </a:lnTo>
                  <a:lnTo>
                    <a:pt x="81241" y="1823466"/>
                  </a:lnTo>
                  <a:lnTo>
                    <a:pt x="49631" y="1829816"/>
                  </a:lnTo>
                  <a:lnTo>
                    <a:pt x="23799" y="1847151"/>
                  </a:lnTo>
                  <a:lnTo>
                    <a:pt x="6388" y="1872869"/>
                  </a:lnTo>
                  <a:lnTo>
                    <a:pt x="0" y="1904390"/>
                  </a:lnTo>
                  <a:lnTo>
                    <a:pt x="6388" y="1935937"/>
                  </a:lnTo>
                  <a:lnTo>
                    <a:pt x="23799" y="1961692"/>
                  </a:lnTo>
                  <a:lnTo>
                    <a:pt x="49631" y="1979066"/>
                  </a:lnTo>
                  <a:lnTo>
                    <a:pt x="81241" y="1985441"/>
                  </a:lnTo>
                  <a:lnTo>
                    <a:pt x="324916" y="1985441"/>
                  </a:lnTo>
                  <a:lnTo>
                    <a:pt x="356539" y="1979066"/>
                  </a:lnTo>
                  <a:lnTo>
                    <a:pt x="382384" y="1961692"/>
                  </a:lnTo>
                  <a:lnTo>
                    <a:pt x="399808" y="1935937"/>
                  </a:lnTo>
                  <a:lnTo>
                    <a:pt x="406196" y="1904390"/>
                  </a:lnTo>
                  <a:close/>
                </a:path>
                <a:path w="3821429" h="4211320">
                  <a:moveTo>
                    <a:pt x="617956" y="2684615"/>
                  </a:moveTo>
                  <a:lnTo>
                    <a:pt x="607707" y="2654198"/>
                  </a:lnTo>
                  <a:lnTo>
                    <a:pt x="586409" y="2629979"/>
                  </a:lnTo>
                  <a:lnTo>
                    <a:pt x="558457" y="2616365"/>
                  </a:lnTo>
                  <a:lnTo>
                    <a:pt x="527392" y="2614257"/>
                  </a:lnTo>
                  <a:lnTo>
                    <a:pt x="496785" y="2624582"/>
                  </a:lnTo>
                  <a:lnTo>
                    <a:pt x="285635" y="2745879"/>
                  </a:lnTo>
                  <a:lnTo>
                    <a:pt x="261454" y="2767165"/>
                  </a:lnTo>
                  <a:lnTo>
                    <a:pt x="247764" y="2795066"/>
                  </a:lnTo>
                  <a:lnTo>
                    <a:pt x="245554" y="2826016"/>
                  </a:lnTo>
                  <a:lnTo>
                    <a:pt x="255790" y="2856420"/>
                  </a:lnTo>
                  <a:lnTo>
                    <a:pt x="269189" y="2873756"/>
                  </a:lnTo>
                  <a:lnTo>
                    <a:pt x="286143" y="2886443"/>
                  </a:lnTo>
                  <a:lnTo>
                    <a:pt x="305536" y="2894241"/>
                  </a:lnTo>
                  <a:lnTo>
                    <a:pt x="326263" y="2896895"/>
                  </a:lnTo>
                  <a:lnTo>
                    <a:pt x="336613" y="2896235"/>
                  </a:lnTo>
                  <a:lnTo>
                    <a:pt x="577850" y="2764739"/>
                  </a:lnTo>
                  <a:lnTo>
                    <a:pt x="615772" y="2715552"/>
                  </a:lnTo>
                  <a:lnTo>
                    <a:pt x="617956" y="2684615"/>
                  </a:lnTo>
                  <a:close/>
                </a:path>
                <a:path w="3821429" h="4211320">
                  <a:moveTo>
                    <a:pt x="618045" y="1124178"/>
                  </a:moveTo>
                  <a:lnTo>
                    <a:pt x="602221" y="1065288"/>
                  </a:lnTo>
                  <a:lnTo>
                    <a:pt x="367004" y="922540"/>
                  </a:lnTo>
                  <a:lnTo>
                    <a:pt x="336397" y="912291"/>
                  </a:lnTo>
                  <a:lnTo>
                    <a:pt x="305333" y="914488"/>
                  </a:lnTo>
                  <a:lnTo>
                    <a:pt x="277355" y="928128"/>
                  </a:lnTo>
                  <a:lnTo>
                    <a:pt x="255993" y="952258"/>
                  </a:lnTo>
                  <a:lnTo>
                    <a:pt x="245745" y="982726"/>
                  </a:lnTo>
                  <a:lnTo>
                    <a:pt x="247916" y="1013714"/>
                  </a:lnTo>
                  <a:lnTo>
                    <a:pt x="285711" y="1062913"/>
                  </a:lnTo>
                  <a:lnTo>
                    <a:pt x="496785" y="1184313"/>
                  </a:lnTo>
                  <a:lnTo>
                    <a:pt x="537337" y="1195171"/>
                  </a:lnTo>
                  <a:lnTo>
                    <a:pt x="558088" y="1192491"/>
                  </a:lnTo>
                  <a:lnTo>
                    <a:pt x="577443" y="1184630"/>
                  </a:lnTo>
                  <a:lnTo>
                    <a:pt x="594347" y="1171905"/>
                  </a:lnTo>
                  <a:lnTo>
                    <a:pt x="607771" y="1154595"/>
                  </a:lnTo>
                  <a:lnTo>
                    <a:pt x="618045" y="1124178"/>
                  </a:lnTo>
                  <a:close/>
                </a:path>
                <a:path w="3821429" h="4211320">
                  <a:moveTo>
                    <a:pt x="1198397" y="525678"/>
                  </a:moveTo>
                  <a:lnTo>
                    <a:pt x="1066279" y="284810"/>
                  </a:lnTo>
                  <a:lnTo>
                    <a:pt x="1016914" y="247065"/>
                  </a:lnTo>
                  <a:lnTo>
                    <a:pt x="985850" y="244932"/>
                  </a:lnTo>
                  <a:lnTo>
                    <a:pt x="955255" y="255206"/>
                  </a:lnTo>
                  <a:lnTo>
                    <a:pt x="931049" y="276466"/>
                  </a:lnTo>
                  <a:lnTo>
                    <a:pt x="917384" y="304368"/>
                  </a:lnTo>
                  <a:lnTo>
                    <a:pt x="915212" y="335330"/>
                  </a:lnTo>
                  <a:lnTo>
                    <a:pt x="925474" y="365861"/>
                  </a:lnTo>
                  <a:lnTo>
                    <a:pt x="1047369" y="576199"/>
                  </a:lnTo>
                  <a:lnTo>
                    <a:pt x="1077696" y="606183"/>
                  </a:lnTo>
                  <a:lnTo>
                    <a:pt x="1117828" y="616673"/>
                  </a:lnTo>
                  <a:lnTo>
                    <a:pt x="1128166" y="616013"/>
                  </a:lnTo>
                  <a:lnTo>
                    <a:pt x="1182611" y="584542"/>
                  </a:lnTo>
                  <a:lnTo>
                    <a:pt x="1198397" y="525678"/>
                  </a:lnTo>
                  <a:close/>
                </a:path>
                <a:path w="3821429" h="4211320">
                  <a:moveTo>
                    <a:pt x="1991652" y="81051"/>
                  </a:moveTo>
                  <a:lnTo>
                    <a:pt x="1985289" y="49504"/>
                  </a:lnTo>
                  <a:lnTo>
                    <a:pt x="1967915" y="23749"/>
                  </a:lnTo>
                  <a:lnTo>
                    <a:pt x="1942134" y="6375"/>
                  </a:lnTo>
                  <a:lnTo>
                    <a:pt x="1910537" y="0"/>
                  </a:lnTo>
                  <a:lnTo>
                    <a:pt x="1878926" y="6375"/>
                  </a:lnTo>
                  <a:lnTo>
                    <a:pt x="1853107" y="23749"/>
                  </a:lnTo>
                  <a:lnTo>
                    <a:pt x="1835696" y="49504"/>
                  </a:lnTo>
                  <a:lnTo>
                    <a:pt x="1829308" y="81051"/>
                  </a:lnTo>
                  <a:lnTo>
                    <a:pt x="1829308" y="323850"/>
                  </a:lnTo>
                  <a:lnTo>
                    <a:pt x="1835696" y="355447"/>
                  </a:lnTo>
                  <a:lnTo>
                    <a:pt x="1853107" y="381203"/>
                  </a:lnTo>
                  <a:lnTo>
                    <a:pt x="1878926" y="398551"/>
                  </a:lnTo>
                  <a:lnTo>
                    <a:pt x="1910537" y="404901"/>
                  </a:lnTo>
                  <a:lnTo>
                    <a:pt x="1942134" y="398551"/>
                  </a:lnTo>
                  <a:lnTo>
                    <a:pt x="1967915" y="381215"/>
                  </a:lnTo>
                  <a:lnTo>
                    <a:pt x="1985289" y="355485"/>
                  </a:lnTo>
                  <a:lnTo>
                    <a:pt x="1991652" y="323964"/>
                  </a:lnTo>
                  <a:lnTo>
                    <a:pt x="1991652" y="81051"/>
                  </a:lnTo>
                  <a:close/>
                </a:path>
                <a:path w="3821429" h="4211320">
                  <a:moveTo>
                    <a:pt x="2106079" y="1413624"/>
                  </a:moveTo>
                  <a:lnTo>
                    <a:pt x="2101735" y="1363459"/>
                  </a:lnTo>
                  <a:lnTo>
                    <a:pt x="2088934" y="1320876"/>
                  </a:lnTo>
                  <a:lnTo>
                    <a:pt x="2068042" y="1285925"/>
                  </a:lnTo>
                  <a:lnTo>
                    <a:pt x="2039391" y="1258671"/>
                  </a:lnTo>
                  <a:lnTo>
                    <a:pt x="2003336" y="1239139"/>
                  </a:lnTo>
                  <a:lnTo>
                    <a:pt x="1960232" y="1227391"/>
                  </a:lnTo>
                  <a:lnTo>
                    <a:pt x="1910422" y="1223467"/>
                  </a:lnTo>
                  <a:lnTo>
                    <a:pt x="1860613" y="1227391"/>
                  </a:lnTo>
                  <a:lnTo>
                    <a:pt x="1817509" y="1239126"/>
                  </a:lnTo>
                  <a:lnTo>
                    <a:pt x="1781467" y="1258633"/>
                  </a:lnTo>
                  <a:lnTo>
                    <a:pt x="1752815" y="1285887"/>
                  </a:lnTo>
                  <a:lnTo>
                    <a:pt x="1731911" y="1320825"/>
                  </a:lnTo>
                  <a:lnTo>
                    <a:pt x="1719122" y="1363421"/>
                  </a:lnTo>
                  <a:lnTo>
                    <a:pt x="1714779" y="1413624"/>
                  </a:lnTo>
                  <a:lnTo>
                    <a:pt x="1714779" y="1699971"/>
                  </a:lnTo>
                  <a:lnTo>
                    <a:pt x="1717865" y="1757032"/>
                  </a:lnTo>
                  <a:lnTo>
                    <a:pt x="1724672" y="1815896"/>
                  </a:lnTo>
                  <a:lnTo>
                    <a:pt x="1801609" y="2393518"/>
                  </a:lnTo>
                  <a:lnTo>
                    <a:pt x="1813712" y="2438069"/>
                  </a:lnTo>
                  <a:lnTo>
                    <a:pt x="1867763" y="2480780"/>
                  </a:lnTo>
                  <a:lnTo>
                    <a:pt x="1910537" y="2484983"/>
                  </a:lnTo>
                  <a:lnTo>
                    <a:pt x="1953310" y="2480780"/>
                  </a:lnTo>
                  <a:lnTo>
                    <a:pt x="2007400" y="2438069"/>
                  </a:lnTo>
                  <a:lnTo>
                    <a:pt x="2019566" y="2393518"/>
                  </a:lnTo>
                  <a:lnTo>
                    <a:pt x="2096287" y="1815896"/>
                  </a:lnTo>
                  <a:lnTo>
                    <a:pt x="2103043" y="1757032"/>
                  </a:lnTo>
                  <a:lnTo>
                    <a:pt x="2106079" y="1699971"/>
                  </a:lnTo>
                  <a:lnTo>
                    <a:pt x="2106079" y="1413624"/>
                  </a:lnTo>
                  <a:close/>
                </a:path>
                <a:path w="3821429" h="4211320">
                  <a:moveTo>
                    <a:pt x="2113546" y="2847759"/>
                  </a:moveTo>
                  <a:lnTo>
                    <a:pt x="2108187" y="2801556"/>
                  </a:lnTo>
                  <a:lnTo>
                    <a:pt x="2092845" y="2759024"/>
                  </a:lnTo>
                  <a:lnTo>
                    <a:pt x="2068791" y="2721394"/>
                  </a:lnTo>
                  <a:lnTo>
                    <a:pt x="2037270" y="2689949"/>
                  </a:lnTo>
                  <a:lnTo>
                    <a:pt x="1999538" y="2665933"/>
                  </a:lnTo>
                  <a:lnTo>
                    <a:pt x="1956879" y="2650591"/>
                  </a:lnTo>
                  <a:lnTo>
                    <a:pt x="1910537" y="2645206"/>
                  </a:lnTo>
                  <a:lnTo>
                    <a:pt x="1864156" y="2650591"/>
                  </a:lnTo>
                  <a:lnTo>
                    <a:pt x="1821472" y="2665933"/>
                  </a:lnTo>
                  <a:lnTo>
                    <a:pt x="1783753" y="2689949"/>
                  </a:lnTo>
                  <a:lnTo>
                    <a:pt x="1752231" y="2721394"/>
                  </a:lnTo>
                  <a:lnTo>
                    <a:pt x="1728165" y="2759024"/>
                  </a:lnTo>
                  <a:lnTo>
                    <a:pt x="1712810" y="2801556"/>
                  </a:lnTo>
                  <a:lnTo>
                    <a:pt x="1707413" y="2847759"/>
                  </a:lnTo>
                  <a:lnTo>
                    <a:pt x="1712810" y="2893949"/>
                  </a:lnTo>
                  <a:lnTo>
                    <a:pt x="1728190" y="2936456"/>
                  </a:lnTo>
                  <a:lnTo>
                    <a:pt x="1752269" y="2974035"/>
                  </a:lnTo>
                  <a:lnTo>
                    <a:pt x="1783803" y="3005442"/>
                  </a:lnTo>
                  <a:lnTo>
                    <a:pt x="1821522" y="3029420"/>
                  </a:lnTo>
                  <a:lnTo>
                    <a:pt x="1864194" y="3044723"/>
                  </a:lnTo>
                  <a:lnTo>
                    <a:pt x="1910537" y="3050095"/>
                  </a:lnTo>
                  <a:lnTo>
                    <a:pt x="1956879" y="3044723"/>
                  </a:lnTo>
                  <a:lnTo>
                    <a:pt x="1999526" y="3029420"/>
                  </a:lnTo>
                  <a:lnTo>
                    <a:pt x="2037232" y="3005442"/>
                  </a:lnTo>
                  <a:lnTo>
                    <a:pt x="2068741" y="2974035"/>
                  </a:lnTo>
                  <a:lnTo>
                    <a:pt x="2092794" y="2936456"/>
                  </a:lnTo>
                  <a:lnTo>
                    <a:pt x="2108149" y="2893949"/>
                  </a:lnTo>
                  <a:lnTo>
                    <a:pt x="2113546" y="2847759"/>
                  </a:lnTo>
                  <a:close/>
                </a:path>
                <a:path w="3821429" h="4211320">
                  <a:moveTo>
                    <a:pt x="2905671" y="335381"/>
                  </a:moveTo>
                  <a:lnTo>
                    <a:pt x="2903537" y="304419"/>
                  </a:lnTo>
                  <a:lnTo>
                    <a:pt x="2889910" y="276529"/>
                  </a:lnTo>
                  <a:lnTo>
                    <a:pt x="2865704" y="255308"/>
                  </a:lnTo>
                  <a:lnTo>
                    <a:pt x="2835110" y="244983"/>
                  </a:lnTo>
                  <a:lnTo>
                    <a:pt x="2804058" y="247091"/>
                  </a:lnTo>
                  <a:lnTo>
                    <a:pt x="2776067" y="260705"/>
                  </a:lnTo>
                  <a:lnTo>
                    <a:pt x="2754680" y="284924"/>
                  </a:lnTo>
                  <a:lnTo>
                    <a:pt x="2633014" y="495160"/>
                  </a:lnTo>
                  <a:lnTo>
                    <a:pt x="2622753" y="525614"/>
                  </a:lnTo>
                  <a:lnTo>
                    <a:pt x="2624937" y="556564"/>
                  </a:lnTo>
                  <a:lnTo>
                    <a:pt x="2662682" y="605701"/>
                  </a:lnTo>
                  <a:lnTo>
                    <a:pt x="2703245" y="616559"/>
                  </a:lnTo>
                  <a:lnTo>
                    <a:pt x="2723946" y="613892"/>
                  </a:lnTo>
                  <a:lnTo>
                    <a:pt x="2760230" y="593382"/>
                  </a:lnTo>
                  <a:lnTo>
                    <a:pt x="2895384" y="365861"/>
                  </a:lnTo>
                  <a:lnTo>
                    <a:pt x="2905671" y="335381"/>
                  </a:lnTo>
                  <a:close/>
                </a:path>
                <a:path w="3821429" h="4211320">
                  <a:moveTo>
                    <a:pt x="3195777" y="1887156"/>
                  </a:moveTo>
                  <a:lnTo>
                    <a:pt x="3194837" y="1849056"/>
                  </a:lnTo>
                  <a:lnTo>
                    <a:pt x="3192068" y="1798256"/>
                  </a:lnTo>
                  <a:lnTo>
                    <a:pt x="3187484" y="1747456"/>
                  </a:lnTo>
                  <a:lnTo>
                    <a:pt x="3181146" y="1709356"/>
                  </a:lnTo>
                  <a:lnTo>
                    <a:pt x="3173057" y="1658556"/>
                  </a:lnTo>
                  <a:lnTo>
                    <a:pt x="3163265" y="1620456"/>
                  </a:lnTo>
                  <a:lnTo>
                    <a:pt x="3151809" y="1569656"/>
                  </a:lnTo>
                  <a:lnTo>
                    <a:pt x="3138728" y="1531556"/>
                  </a:lnTo>
                  <a:lnTo>
                    <a:pt x="3124035" y="1480756"/>
                  </a:lnTo>
                  <a:lnTo>
                    <a:pt x="3107766" y="1442656"/>
                  </a:lnTo>
                  <a:lnTo>
                    <a:pt x="3089973" y="1404556"/>
                  </a:lnTo>
                  <a:lnTo>
                    <a:pt x="3070669" y="1353756"/>
                  </a:lnTo>
                  <a:lnTo>
                    <a:pt x="3049905" y="1315656"/>
                  </a:lnTo>
                  <a:lnTo>
                    <a:pt x="3027705" y="1277556"/>
                  </a:lnTo>
                  <a:lnTo>
                    <a:pt x="3004096" y="1239456"/>
                  </a:lnTo>
                  <a:lnTo>
                    <a:pt x="2979128" y="1201356"/>
                  </a:lnTo>
                  <a:lnTo>
                    <a:pt x="2952826" y="1163256"/>
                  </a:lnTo>
                  <a:lnTo>
                    <a:pt x="2925216" y="1137856"/>
                  </a:lnTo>
                  <a:lnTo>
                    <a:pt x="2896349" y="1099756"/>
                  </a:lnTo>
                  <a:lnTo>
                    <a:pt x="2870873" y="1067511"/>
                  </a:lnTo>
                  <a:lnTo>
                    <a:pt x="2870873" y="1887156"/>
                  </a:lnTo>
                  <a:lnTo>
                    <a:pt x="2869311" y="1950656"/>
                  </a:lnTo>
                  <a:lnTo>
                    <a:pt x="2864777" y="2014156"/>
                  </a:lnTo>
                  <a:lnTo>
                    <a:pt x="2857500" y="2077656"/>
                  </a:lnTo>
                  <a:lnTo>
                    <a:pt x="2847695" y="2128456"/>
                  </a:lnTo>
                  <a:lnTo>
                    <a:pt x="2835592" y="2179256"/>
                  </a:lnTo>
                  <a:lnTo>
                    <a:pt x="2821406" y="2230056"/>
                  </a:lnTo>
                  <a:lnTo>
                    <a:pt x="2805366" y="2268156"/>
                  </a:lnTo>
                  <a:lnTo>
                    <a:pt x="2787675" y="2318956"/>
                  </a:lnTo>
                  <a:lnTo>
                    <a:pt x="2768574" y="2357056"/>
                  </a:lnTo>
                  <a:lnTo>
                    <a:pt x="2748280" y="2395156"/>
                  </a:lnTo>
                  <a:lnTo>
                    <a:pt x="2727020" y="2433256"/>
                  </a:lnTo>
                  <a:lnTo>
                    <a:pt x="2704998" y="2471356"/>
                  </a:lnTo>
                  <a:lnTo>
                    <a:pt x="2682456" y="2509456"/>
                  </a:lnTo>
                  <a:lnTo>
                    <a:pt x="2659608" y="2547556"/>
                  </a:lnTo>
                  <a:lnTo>
                    <a:pt x="2636672" y="2572956"/>
                  </a:lnTo>
                  <a:lnTo>
                    <a:pt x="2613888" y="2611056"/>
                  </a:lnTo>
                  <a:lnTo>
                    <a:pt x="2585643" y="2649156"/>
                  </a:lnTo>
                  <a:lnTo>
                    <a:pt x="2558224" y="2699956"/>
                  </a:lnTo>
                  <a:lnTo>
                    <a:pt x="2532138" y="2738056"/>
                  </a:lnTo>
                  <a:lnTo>
                    <a:pt x="2507894" y="2776156"/>
                  </a:lnTo>
                  <a:lnTo>
                    <a:pt x="2485999" y="2814256"/>
                  </a:lnTo>
                  <a:lnTo>
                    <a:pt x="2466949" y="2865056"/>
                  </a:lnTo>
                  <a:lnTo>
                    <a:pt x="2451252" y="2903156"/>
                  </a:lnTo>
                  <a:lnTo>
                    <a:pt x="2439416" y="2953956"/>
                  </a:lnTo>
                  <a:lnTo>
                    <a:pt x="2431935" y="3004756"/>
                  </a:lnTo>
                  <a:lnTo>
                    <a:pt x="2429332" y="3055556"/>
                  </a:lnTo>
                  <a:lnTo>
                    <a:pt x="2421674" y="3106356"/>
                  </a:lnTo>
                  <a:lnTo>
                    <a:pt x="2401481" y="3144456"/>
                  </a:lnTo>
                  <a:lnTo>
                    <a:pt x="2372944" y="3169856"/>
                  </a:lnTo>
                  <a:lnTo>
                    <a:pt x="2340279" y="3207956"/>
                  </a:lnTo>
                  <a:lnTo>
                    <a:pt x="2307666" y="3233356"/>
                  </a:lnTo>
                  <a:lnTo>
                    <a:pt x="1513522" y="3233356"/>
                  </a:lnTo>
                  <a:lnTo>
                    <a:pt x="1480908" y="3207956"/>
                  </a:lnTo>
                  <a:lnTo>
                    <a:pt x="1448231" y="3169856"/>
                  </a:lnTo>
                  <a:lnTo>
                    <a:pt x="1419707" y="3144456"/>
                  </a:lnTo>
                  <a:lnTo>
                    <a:pt x="1399501" y="3106356"/>
                  </a:lnTo>
                  <a:lnTo>
                    <a:pt x="1391843" y="3055556"/>
                  </a:lnTo>
                  <a:lnTo>
                    <a:pt x="1389240" y="3004756"/>
                  </a:lnTo>
                  <a:lnTo>
                    <a:pt x="1381747" y="2953956"/>
                  </a:lnTo>
                  <a:lnTo>
                    <a:pt x="1369885" y="2903156"/>
                  </a:lnTo>
                  <a:lnTo>
                    <a:pt x="1354137" y="2865056"/>
                  </a:lnTo>
                  <a:lnTo>
                    <a:pt x="1334998" y="2814256"/>
                  </a:lnTo>
                  <a:lnTo>
                    <a:pt x="1313002" y="2776156"/>
                  </a:lnTo>
                  <a:lnTo>
                    <a:pt x="1288618" y="2738056"/>
                  </a:lnTo>
                  <a:lnTo>
                    <a:pt x="1262354" y="2687256"/>
                  </a:lnTo>
                  <a:lnTo>
                    <a:pt x="1234706" y="2649156"/>
                  </a:lnTo>
                  <a:lnTo>
                    <a:pt x="1183576" y="2572956"/>
                  </a:lnTo>
                  <a:lnTo>
                    <a:pt x="1160805" y="2547556"/>
                  </a:lnTo>
                  <a:lnTo>
                    <a:pt x="1138110" y="2509456"/>
                  </a:lnTo>
                  <a:lnTo>
                    <a:pt x="1115695" y="2471356"/>
                  </a:lnTo>
                  <a:lnTo>
                    <a:pt x="1093787" y="2433256"/>
                  </a:lnTo>
                  <a:lnTo>
                    <a:pt x="1072616" y="2395156"/>
                  </a:lnTo>
                  <a:lnTo>
                    <a:pt x="1052410" y="2357056"/>
                  </a:lnTo>
                  <a:lnTo>
                    <a:pt x="1033386" y="2318956"/>
                  </a:lnTo>
                  <a:lnTo>
                    <a:pt x="1015758" y="2268156"/>
                  </a:lnTo>
                  <a:lnTo>
                    <a:pt x="999756" y="2230056"/>
                  </a:lnTo>
                  <a:lnTo>
                    <a:pt x="985621" y="2179256"/>
                  </a:lnTo>
                  <a:lnTo>
                    <a:pt x="973543" y="2128456"/>
                  </a:lnTo>
                  <a:lnTo>
                    <a:pt x="963764" y="2077656"/>
                  </a:lnTo>
                  <a:lnTo>
                    <a:pt x="956500" y="2014156"/>
                  </a:lnTo>
                  <a:lnTo>
                    <a:pt x="951979" y="1950656"/>
                  </a:lnTo>
                  <a:lnTo>
                    <a:pt x="950429" y="1887156"/>
                  </a:lnTo>
                  <a:lnTo>
                    <a:pt x="951674" y="1849056"/>
                  </a:lnTo>
                  <a:lnTo>
                    <a:pt x="955395" y="1798256"/>
                  </a:lnTo>
                  <a:lnTo>
                    <a:pt x="961504" y="1760156"/>
                  </a:lnTo>
                  <a:lnTo>
                    <a:pt x="969962" y="1709356"/>
                  </a:lnTo>
                  <a:lnTo>
                    <a:pt x="980706" y="1658556"/>
                  </a:lnTo>
                  <a:lnTo>
                    <a:pt x="993660" y="1620456"/>
                  </a:lnTo>
                  <a:lnTo>
                    <a:pt x="1008786" y="1582356"/>
                  </a:lnTo>
                  <a:lnTo>
                    <a:pt x="1026007" y="1531556"/>
                  </a:lnTo>
                  <a:lnTo>
                    <a:pt x="1045260" y="1493456"/>
                  </a:lnTo>
                  <a:lnTo>
                    <a:pt x="1066495" y="1455356"/>
                  </a:lnTo>
                  <a:lnTo>
                    <a:pt x="1089634" y="1417256"/>
                  </a:lnTo>
                  <a:lnTo>
                    <a:pt x="1114640" y="1379156"/>
                  </a:lnTo>
                  <a:lnTo>
                    <a:pt x="1141437" y="1341056"/>
                  </a:lnTo>
                  <a:lnTo>
                    <a:pt x="1169962" y="1315656"/>
                  </a:lnTo>
                  <a:lnTo>
                    <a:pt x="1200175" y="1277556"/>
                  </a:lnTo>
                  <a:lnTo>
                    <a:pt x="1231988" y="1252156"/>
                  </a:lnTo>
                  <a:lnTo>
                    <a:pt x="1265351" y="1214056"/>
                  </a:lnTo>
                  <a:lnTo>
                    <a:pt x="1300213" y="1188656"/>
                  </a:lnTo>
                  <a:lnTo>
                    <a:pt x="1336497" y="1163256"/>
                  </a:lnTo>
                  <a:lnTo>
                    <a:pt x="1374152" y="1137856"/>
                  </a:lnTo>
                  <a:lnTo>
                    <a:pt x="1413116" y="1112456"/>
                  </a:lnTo>
                  <a:lnTo>
                    <a:pt x="1453324" y="1087056"/>
                  </a:lnTo>
                  <a:lnTo>
                    <a:pt x="1494726" y="1074356"/>
                  </a:lnTo>
                  <a:lnTo>
                    <a:pt x="1537246" y="1048956"/>
                  </a:lnTo>
                  <a:lnTo>
                    <a:pt x="1670951" y="1010856"/>
                  </a:lnTo>
                  <a:lnTo>
                    <a:pt x="1764614" y="985456"/>
                  </a:lnTo>
                  <a:lnTo>
                    <a:pt x="1861312" y="985456"/>
                  </a:lnTo>
                  <a:lnTo>
                    <a:pt x="1910651" y="972756"/>
                  </a:lnTo>
                  <a:lnTo>
                    <a:pt x="1959978" y="985456"/>
                  </a:lnTo>
                  <a:lnTo>
                    <a:pt x="2056676" y="985456"/>
                  </a:lnTo>
                  <a:lnTo>
                    <a:pt x="2150338" y="1010856"/>
                  </a:lnTo>
                  <a:lnTo>
                    <a:pt x="2284044" y="1048956"/>
                  </a:lnTo>
                  <a:lnTo>
                    <a:pt x="2326563" y="1074356"/>
                  </a:lnTo>
                  <a:lnTo>
                    <a:pt x="2367965" y="1087056"/>
                  </a:lnTo>
                  <a:lnTo>
                    <a:pt x="2408174" y="1112456"/>
                  </a:lnTo>
                  <a:lnTo>
                    <a:pt x="2447137" y="1137856"/>
                  </a:lnTo>
                  <a:lnTo>
                    <a:pt x="2484793" y="1163256"/>
                  </a:lnTo>
                  <a:lnTo>
                    <a:pt x="2521077" y="1188656"/>
                  </a:lnTo>
                  <a:lnTo>
                    <a:pt x="2555938" y="1214056"/>
                  </a:lnTo>
                  <a:lnTo>
                    <a:pt x="2589301" y="1252156"/>
                  </a:lnTo>
                  <a:lnTo>
                    <a:pt x="2621115" y="1277556"/>
                  </a:lnTo>
                  <a:lnTo>
                    <a:pt x="2651328" y="1315656"/>
                  </a:lnTo>
                  <a:lnTo>
                    <a:pt x="2679852" y="1341056"/>
                  </a:lnTo>
                  <a:lnTo>
                    <a:pt x="2706649" y="1379156"/>
                  </a:lnTo>
                  <a:lnTo>
                    <a:pt x="2731655" y="1417256"/>
                  </a:lnTo>
                  <a:lnTo>
                    <a:pt x="2754807" y="1455356"/>
                  </a:lnTo>
                  <a:lnTo>
                    <a:pt x="2776029" y="1493456"/>
                  </a:lnTo>
                  <a:lnTo>
                    <a:pt x="2795282" y="1531556"/>
                  </a:lnTo>
                  <a:lnTo>
                    <a:pt x="2812504" y="1582356"/>
                  </a:lnTo>
                  <a:lnTo>
                    <a:pt x="2827629" y="1620456"/>
                  </a:lnTo>
                  <a:lnTo>
                    <a:pt x="2840583" y="1658556"/>
                  </a:lnTo>
                  <a:lnTo>
                    <a:pt x="2851327" y="1709356"/>
                  </a:lnTo>
                  <a:lnTo>
                    <a:pt x="2859786" y="1747456"/>
                  </a:lnTo>
                  <a:lnTo>
                    <a:pt x="2865894" y="1798256"/>
                  </a:lnTo>
                  <a:lnTo>
                    <a:pt x="2869615" y="1849056"/>
                  </a:lnTo>
                  <a:lnTo>
                    <a:pt x="2870873" y="1887156"/>
                  </a:lnTo>
                  <a:lnTo>
                    <a:pt x="2870873" y="1067511"/>
                  </a:lnTo>
                  <a:lnTo>
                    <a:pt x="2866250" y="1061656"/>
                  </a:lnTo>
                  <a:lnTo>
                    <a:pt x="2834944" y="1036256"/>
                  </a:lnTo>
                  <a:lnTo>
                    <a:pt x="2802471" y="998156"/>
                  </a:lnTo>
                  <a:lnTo>
                    <a:pt x="2768866" y="972756"/>
                  </a:lnTo>
                  <a:lnTo>
                    <a:pt x="2734157" y="947356"/>
                  </a:lnTo>
                  <a:lnTo>
                    <a:pt x="2698394" y="909256"/>
                  </a:lnTo>
                  <a:lnTo>
                    <a:pt x="2661589" y="883856"/>
                  </a:lnTo>
                  <a:lnTo>
                    <a:pt x="2623794" y="858456"/>
                  </a:lnTo>
                  <a:lnTo>
                    <a:pt x="2585034" y="833056"/>
                  </a:lnTo>
                  <a:lnTo>
                    <a:pt x="2545334" y="820356"/>
                  </a:lnTo>
                  <a:lnTo>
                    <a:pt x="2504744" y="794956"/>
                  </a:lnTo>
                  <a:lnTo>
                    <a:pt x="2463279" y="769556"/>
                  </a:lnTo>
                  <a:lnTo>
                    <a:pt x="2377897" y="744156"/>
                  </a:lnTo>
                  <a:lnTo>
                    <a:pt x="2334044" y="718756"/>
                  </a:lnTo>
                  <a:lnTo>
                    <a:pt x="2198243" y="680656"/>
                  </a:lnTo>
                  <a:lnTo>
                    <a:pt x="2151672" y="680656"/>
                  </a:lnTo>
                  <a:lnTo>
                    <a:pt x="2104504" y="667956"/>
                  </a:lnTo>
                  <a:lnTo>
                    <a:pt x="2056777" y="667956"/>
                  </a:lnTo>
                  <a:lnTo>
                    <a:pt x="2008517" y="655256"/>
                  </a:lnTo>
                  <a:lnTo>
                    <a:pt x="1812569" y="655256"/>
                  </a:lnTo>
                  <a:lnTo>
                    <a:pt x="1764322" y="667956"/>
                  </a:lnTo>
                  <a:lnTo>
                    <a:pt x="1716595" y="667956"/>
                  </a:lnTo>
                  <a:lnTo>
                    <a:pt x="1669427" y="680656"/>
                  </a:lnTo>
                  <a:lnTo>
                    <a:pt x="1622869" y="680656"/>
                  </a:lnTo>
                  <a:lnTo>
                    <a:pt x="1487081" y="718756"/>
                  </a:lnTo>
                  <a:lnTo>
                    <a:pt x="1443228" y="744156"/>
                  </a:lnTo>
                  <a:lnTo>
                    <a:pt x="1357871" y="769556"/>
                  </a:lnTo>
                  <a:lnTo>
                    <a:pt x="1316405" y="794956"/>
                  </a:lnTo>
                  <a:lnTo>
                    <a:pt x="1275816" y="820356"/>
                  </a:lnTo>
                  <a:lnTo>
                    <a:pt x="1236129" y="833056"/>
                  </a:lnTo>
                  <a:lnTo>
                    <a:pt x="1197368" y="858456"/>
                  </a:lnTo>
                  <a:lnTo>
                    <a:pt x="1159573" y="883856"/>
                  </a:lnTo>
                  <a:lnTo>
                    <a:pt x="1122781" y="909256"/>
                  </a:lnTo>
                  <a:lnTo>
                    <a:pt x="1087018" y="947356"/>
                  </a:lnTo>
                  <a:lnTo>
                    <a:pt x="1052309" y="972756"/>
                  </a:lnTo>
                  <a:lnTo>
                    <a:pt x="1018717" y="998156"/>
                  </a:lnTo>
                  <a:lnTo>
                    <a:pt x="986243" y="1036256"/>
                  </a:lnTo>
                  <a:lnTo>
                    <a:pt x="954951" y="1061656"/>
                  </a:lnTo>
                  <a:lnTo>
                    <a:pt x="924852" y="1099756"/>
                  </a:lnTo>
                  <a:lnTo>
                    <a:pt x="895985" y="1137856"/>
                  </a:lnTo>
                  <a:lnTo>
                    <a:pt x="868375" y="1163256"/>
                  </a:lnTo>
                  <a:lnTo>
                    <a:pt x="842073" y="1201356"/>
                  </a:lnTo>
                  <a:lnTo>
                    <a:pt x="817118" y="1239456"/>
                  </a:lnTo>
                  <a:lnTo>
                    <a:pt x="793521" y="1277556"/>
                  </a:lnTo>
                  <a:lnTo>
                    <a:pt x="771321" y="1315656"/>
                  </a:lnTo>
                  <a:lnTo>
                    <a:pt x="750557" y="1366456"/>
                  </a:lnTo>
                  <a:lnTo>
                    <a:pt x="731266" y="1404556"/>
                  </a:lnTo>
                  <a:lnTo>
                    <a:pt x="713473" y="1442656"/>
                  </a:lnTo>
                  <a:lnTo>
                    <a:pt x="697217" y="1480756"/>
                  </a:lnTo>
                  <a:lnTo>
                    <a:pt x="682523" y="1531556"/>
                  </a:lnTo>
                  <a:lnTo>
                    <a:pt x="669442" y="1569656"/>
                  </a:lnTo>
                  <a:lnTo>
                    <a:pt x="657987" y="1620456"/>
                  </a:lnTo>
                  <a:lnTo>
                    <a:pt x="648208" y="1658556"/>
                  </a:lnTo>
                  <a:lnTo>
                    <a:pt x="640130" y="1709356"/>
                  </a:lnTo>
                  <a:lnTo>
                    <a:pt x="633793" y="1747456"/>
                  </a:lnTo>
                  <a:lnTo>
                    <a:pt x="629221" y="1798256"/>
                  </a:lnTo>
                  <a:lnTo>
                    <a:pt x="626452" y="1849056"/>
                  </a:lnTo>
                  <a:lnTo>
                    <a:pt x="625525" y="1887156"/>
                  </a:lnTo>
                  <a:lnTo>
                    <a:pt x="626846" y="1963356"/>
                  </a:lnTo>
                  <a:lnTo>
                    <a:pt x="630707" y="2026856"/>
                  </a:lnTo>
                  <a:lnTo>
                    <a:pt x="636930" y="2077656"/>
                  </a:lnTo>
                  <a:lnTo>
                    <a:pt x="645350" y="2141156"/>
                  </a:lnTo>
                  <a:lnTo>
                    <a:pt x="655789" y="2191956"/>
                  </a:lnTo>
                  <a:lnTo>
                    <a:pt x="668070" y="2242756"/>
                  </a:lnTo>
                  <a:lnTo>
                    <a:pt x="682040" y="2293556"/>
                  </a:lnTo>
                  <a:lnTo>
                    <a:pt x="697522" y="2344356"/>
                  </a:lnTo>
                  <a:lnTo>
                    <a:pt x="714349" y="2395156"/>
                  </a:lnTo>
                  <a:lnTo>
                    <a:pt x="732332" y="2433256"/>
                  </a:lnTo>
                  <a:lnTo>
                    <a:pt x="751306" y="2484056"/>
                  </a:lnTo>
                  <a:lnTo>
                    <a:pt x="771118" y="2522156"/>
                  </a:lnTo>
                  <a:lnTo>
                    <a:pt x="791578" y="2560256"/>
                  </a:lnTo>
                  <a:lnTo>
                    <a:pt x="812520" y="2598356"/>
                  </a:lnTo>
                  <a:lnTo>
                    <a:pt x="833780" y="2636456"/>
                  </a:lnTo>
                  <a:lnTo>
                    <a:pt x="855179" y="2661856"/>
                  </a:lnTo>
                  <a:lnTo>
                    <a:pt x="876554" y="2699956"/>
                  </a:lnTo>
                  <a:lnTo>
                    <a:pt x="897712" y="2738056"/>
                  </a:lnTo>
                  <a:lnTo>
                    <a:pt x="918514" y="2763456"/>
                  </a:lnTo>
                  <a:lnTo>
                    <a:pt x="938771" y="2788856"/>
                  </a:lnTo>
                  <a:lnTo>
                    <a:pt x="976642" y="2852356"/>
                  </a:lnTo>
                  <a:lnTo>
                    <a:pt x="1008291" y="2903156"/>
                  </a:lnTo>
                  <a:lnTo>
                    <a:pt x="1033411" y="2941256"/>
                  </a:lnTo>
                  <a:lnTo>
                    <a:pt x="1051712" y="2979356"/>
                  </a:lnTo>
                  <a:lnTo>
                    <a:pt x="1062913" y="3017456"/>
                  </a:lnTo>
                  <a:lnTo>
                    <a:pt x="1066711" y="3055556"/>
                  </a:lnTo>
                  <a:lnTo>
                    <a:pt x="1069289" y="3106356"/>
                  </a:lnTo>
                  <a:lnTo>
                    <a:pt x="1076934" y="3157156"/>
                  </a:lnTo>
                  <a:lnTo>
                    <a:pt x="1089545" y="3195256"/>
                  </a:lnTo>
                  <a:lnTo>
                    <a:pt x="1106982" y="3246056"/>
                  </a:lnTo>
                  <a:lnTo>
                    <a:pt x="1129144" y="3284156"/>
                  </a:lnTo>
                  <a:lnTo>
                    <a:pt x="1155915" y="3334956"/>
                  </a:lnTo>
                  <a:lnTo>
                    <a:pt x="1187157" y="3373056"/>
                  </a:lnTo>
                  <a:lnTo>
                    <a:pt x="1222781" y="3411156"/>
                  </a:lnTo>
                  <a:lnTo>
                    <a:pt x="1262659" y="3449256"/>
                  </a:lnTo>
                  <a:lnTo>
                    <a:pt x="1306664" y="3487356"/>
                  </a:lnTo>
                  <a:lnTo>
                    <a:pt x="1311148" y="3576256"/>
                  </a:lnTo>
                  <a:lnTo>
                    <a:pt x="1324686" y="3804856"/>
                  </a:lnTo>
                  <a:lnTo>
                    <a:pt x="1332928" y="3868356"/>
                  </a:lnTo>
                  <a:lnTo>
                    <a:pt x="1361351" y="3931856"/>
                  </a:lnTo>
                  <a:lnTo>
                    <a:pt x="1386446" y="3957256"/>
                  </a:lnTo>
                  <a:lnTo>
                    <a:pt x="1420571" y="3995356"/>
                  </a:lnTo>
                  <a:lnTo>
                    <a:pt x="1465046" y="4033456"/>
                  </a:lnTo>
                  <a:lnTo>
                    <a:pt x="1521193" y="4058856"/>
                  </a:lnTo>
                  <a:lnTo>
                    <a:pt x="1590357" y="4084256"/>
                  </a:lnTo>
                  <a:lnTo>
                    <a:pt x="1612099" y="4109656"/>
                  </a:lnTo>
                  <a:lnTo>
                    <a:pt x="1636903" y="4147756"/>
                  </a:lnTo>
                  <a:lnTo>
                    <a:pt x="1664665" y="4173156"/>
                  </a:lnTo>
                  <a:lnTo>
                    <a:pt x="1695323" y="4185856"/>
                  </a:lnTo>
                  <a:lnTo>
                    <a:pt x="1716278" y="4198556"/>
                  </a:lnTo>
                  <a:lnTo>
                    <a:pt x="1738668" y="4211256"/>
                  </a:lnTo>
                  <a:lnTo>
                    <a:pt x="2082457" y="4211256"/>
                  </a:lnTo>
                  <a:lnTo>
                    <a:pt x="2104809" y="4198556"/>
                  </a:lnTo>
                  <a:lnTo>
                    <a:pt x="2125751" y="4185856"/>
                  </a:lnTo>
                  <a:lnTo>
                    <a:pt x="2156485" y="4173156"/>
                  </a:lnTo>
                  <a:lnTo>
                    <a:pt x="2184298" y="4147756"/>
                  </a:lnTo>
                  <a:lnTo>
                    <a:pt x="2209076" y="4109656"/>
                  </a:lnTo>
                  <a:lnTo>
                    <a:pt x="2230717" y="4084256"/>
                  </a:lnTo>
                  <a:lnTo>
                    <a:pt x="2300452" y="4058856"/>
                  </a:lnTo>
                  <a:lnTo>
                    <a:pt x="2356955" y="4033456"/>
                  </a:lnTo>
                  <a:lnTo>
                    <a:pt x="2401608" y="3995356"/>
                  </a:lnTo>
                  <a:lnTo>
                    <a:pt x="2435745" y="3957256"/>
                  </a:lnTo>
                  <a:lnTo>
                    <a:pt x="2460739" y="3931856"/>
                  </a:lnTo>
                  <a:lnTo>
                    <a:pt x="2477960" y="3893756"/>
                  </a:lnTo>
                  <a:lnTo>
                    <a:pt x="2488742" y="3855656"/>
                  </a:lnTo>
                  <a:lnTo>
                    <a:pt x="2496489" y="3804856"/>
                  </a:lnTo>
                  <a:lnTo>
                    <a:pt x="2504008" y="3677856"/>
                  </a:lnTo>
                  <a:lnTo>
                    <a:pt x="2509990" y="3576256"/>
                  </a:lnTo>
                  <a:lnTo>
                    <a:pt x="2514409" y="3487356"/>
                  </a:lnTo>
                  <a:lnTo>
                    <a:pt x="2558440" y="3449256"/>
                  </a:lnTo>
                  <a:lnTo>
                    <a:pt x="2598343" y="3411156"/>
                  </a:lnTo>
                  <a:lnTo>
                    <a:pt x="2633980" y="3373056"/>
                  </a:lnTo>
                  <a:lnTo>
                    <a:pt x="2665247" y="3334956"/>
                  </a:lnTo>
                  <a:lnTo>
                    <a:pt x="2692019" y="3284156"/>
                  </a:lnTo>
                  <a:lnTo>
                    <a:pt x="2714193" y="3246056"/>
                  </a:lnTo>
                  <a:lnTo>
                    <a:pt x="2718549" y="3233356"/>
                  </a:lnTo>
                  <a:lnTo>
                    <a:pt x="2731630" y="3195256"/>
                  </a:lnTo>
                  <a:lnTo>
                    <a:pt x="2744241" y="3157156"/>
                  </a:lnTo>
                  <a:lnTo>
                    <a:pt x="2751886" y="3106356"/>
                  </a:lnTo>
                  <a:lnTo>
                    <a:pt x="2754465" y="3055556"/>
                  </a:lnTo>
                  <a:lnTo>
                    <a:pt x="2758262" y="3017456"/>
                  </a:lnTo>
                  <a:lnTo>
                    <a:pt x="2769489" y="2979356"/>
                  </a:lnTo>
                  <a:lnTo>
                    <a:pt x="2787853" y="2941256"/>
                  </a:lnTo>
                  <a:lnTo>
                    <a:pt x="2813088" y="2903156"/>
                  </a:lnTo>
                  <a:lnTo>
                    <a:pt x="2844914" y="2852356"/>
                  </a:lnTo>
                  <a:lnTo>
                    <a:pt x="2883065" y="2788856"/>
                  </a:lnTo>
                  <a:lnTo>
                    <a:pt x="2903194" y="2763456"/>
                  </a:lnTo>
                  <a:lnTo>
                    <a:pt x="2923870" y="2738056"/>
                  </a:lnTo>
                  <a:lnTo>
                    <a:pt x="2944952" y="2699956"/>
                  </a:lnTo>
                  <a:lnTo>
                    <a:pt x="2966237" y="2661856"/>
                  </a:lnTo>
                  <a:lnTo>
                    <a:pt x="2987573" y="2636456"/>
                  </a:lnTo>
                  <a:lnTo>
                    <a:pt x="3008782" y="2598356"/>
                  </a:lnTo>
                  <a:lnTo>
                    <a:pt x="3029686" y="2560256"/>
                  </a:lnTo>
                  <a:lnTo>
                    <a:pt x="3050121" y="2522156"/>
                  </a:lnTo>
                  <a:lnTo>
                    <a:pt x="3069907" y="2484056"/>
                  </a:lnTo>
                  <a:lnTo>
                    <a:pt x="3088881" y="2433256"/>
                  </a:lnTo>
                  <a:lnTo>
                    <a:pt x="3106864" y="2395156"/>
                  </a:lnTo>
                  <a:lnTo>
                    <a:pt x="3123692" y="2344356"/>
                  </a:lnTo>
                  <a:lnTo>
                    <a:pt x="3139173" y="2293556"/>
                  </a:lnTo>
                  <a:lnTo>
                    <a:pt x="3153156" y="2242756"/>
                  </a:lnTo>
                  <a:lnTo>
                    <a:pt x="3165462" y="2191956"/>
                  </a:lnTo>
                  <a:lnTo>
                    <a:pt x="3175914" y="2141156"/>
                  </a:lnTo>
                  <a:lnTo>
                    <a:pt x="3184347" y="2077656"/>
                  </a:lnTo>
                  <a:lnTo>
                    <a:pt x="3190583" y="2026856"/>
                  </a:lnTo>
                  <a:lnTo>
                    <a:pt x="3194456" y="1963356"/>
                  </a:lnTo>
                  <a:lnTo>
                    <a:pt x="3195777" y="1887156"/>
                  </a:lnTo>
                  <a:close/>
                </a:path>
                <a:path w="3821429" h="4211320">
                  <a:moveTo>
                    <a:pt x="3575329" y="2826156"/>
                  </a:moveTo>
                  <a:lnTo>
                    <a:pt x="3559556" y="2767241"/>
                  </a:lnTo>
                  <a:lnTo>
                    <a:pt x="3324377" y="2624582"/>
                  </a:lnTo>
                  <a:lnTo>
                    <a:pt x="3293745" y="2614257"/>
                  </a:lnTo>
                  <a:lnTo>
                    <a:pt x="3262693" y="2616352"/>
                  </a:lnTo>
                  <a:lnTo>
                    <a:pt x="3234728" y="2629941"/>
                  </a:lnTo>
                  <a:lnTo>
                    <a:pt x="3213366" y="2654084"/>
                  </a:lnTo>
                  <a:lnTo>
                    <a:pt x="3203067" y="2684615"/>
                  </a:lnTo>
                  <a:lnTo>
                    <a:pt x="3205200" y="2715590"/>
                  </a:lnTo>
                  <a:lnTo>
                    <a:pt x="3243046" y="2764739"/>
                  </a:lnTo>
                  <a:lnTo>
                    <a:pt x="3454082" y="2886151"/>
                  </a:lnTo>
                  <a:lnTo>
                    <a:pt x="3494633" y="2897009"/>
                  </a:lnTo>
                  <a:lnTo>
                    <a:pt x="3515398" y="2894330"/>
                  </a:lnTo>
                  <a:lnTo>
                    <a:pt x="3534765" y="2886519"/>
                  </a:lnTo>
                  <a:lnTo>
                    <a:pt x="3551694" y="2873819"/>
                  </a:lnTo>
                  <a:lnTo>
                    <a:pt x="3565093" y="2856534"/>
                  </a:lnTo>
                  <a:lnTo>
                    <a:pt x="3575329" y="2826156"/>
                  </a:lnTo>
                  <a:close/>
                </a:path>
                <a:path w="3821429" h="4211320">
                  <a:moveTo>
                    <a:pt x="3575469" y="982840"/>
                  </a:moveTo>
                  <a:lnTo>
                    <a:pt x="3565207" y="952360"/>
                  </a:lnTo>
                  <a:lnTo>
                    <a:pt x="3543833" y="928192"/>
                  </a:lnTo>
                  <a:lnTo>
                    <a:pt x="3515791" y="914552"/>
                  </a:lnTo>
                  <a:lnTo>
                    <a:pt x="3484702" y="912393"/>
                  </a:lnTo>
                  <a:lnTo>
                    <a:pt x="3454184" y="922642"/>
                  </a:lnTo>
                  <a:lnTo>
                    <a:pt x="3243148" y="1043940"/>
                  </a:lnTo>
                  <a:lnTo>
                    <a:pt x="3218878" y="1065288"/>
                  </a:lnTo>
                  <a:lnTo>
                    <a:pt x="3205200" y="1093216"/>
                  </a:lnTo>
                  <a:lnTo>
                    <a:pt x="3203029" y="1124178"/>
                  </a:lnTo>
                  <a:lnTo>
                    <a:pt x="3213252" y="1154595"/>
                  </a:lnTo>
                  <a:lnTo>
                    <a:pt x="3226714" y="1171879"/>
                  </a:lnTo>
                  <a:lnTo>
                    <a:pt x="3243643" y="1184579"/>
                  </a:lnTo>
                  <a:lnTo>
                    <a:pt x="3262960" y="1192390"/>
                  </a:lnTo>
                  <a:lnTo>
                    <a:pt x="3283597" y="1195057"/>
                  </a:lnTo>
                  <a:lnTo>
                    <a:pt x="3294049" y="1194396"/>
                  </a:lnTo>
                  <a:lnTo>
                    <a:pt x="3535413" y="1062913"/>
                  </a:lnTo>
                  <a:lnTo>
                    <a:pt x="3573272" y="1013802"/>
                  </a:lnTo>
                  <a:lnTo>
                    <a:pt x="3575469" y="982840"/>
                  </a:lnTo>
                  <a:close/>
                </a:path>
                <a:path w="3821429" h="4211320">
                  <a:moveTo>
                    <a:pt x="3820972" y="1904504"/>
                  </a:moveTo>
                  <a:lnTo>
                    <a:pt x="3814622" y="1872983"/>
                  </a:lnTo>
                  <a:lnTo>
                    <a:pt x="3797274" y="1847253"/>
                  </a:lnTo>
                  <a:lnTo>
                    <a:pt x="3771493" y="1829930"/>
                  </a:lnTo>
                  <a:lnTo>
                    <a:pt x="3739858" y="1823567"/>
                  </a:lnTo>
                  <a:lnTo>
                    <a:pt x="3495852" y="1823567"/>
                  </a:lnTo>
                  <a:lnTo>
                    <a:pt x="3464166" y="1829930"/>
                  </a:lnTo>
                  <a:lnTo>
                    <a:pt x="3464560" y="1829930"/>
                  </a:lnTo>
                  <a:lnTo>
                    <a:pt x="3438791" y="1847253"/>
                  </a:lnTo>
                  <a:lnTo>
                    <a:pt x="3421443" y="1872830"/>
                  </a:lnTo>
                  <a:lnTo>
                    <a:pt x="3415055" y="1904288"/>
                  </a:lnTo>
                  <a:lnTo>
                    <a:pt x="3421519" y="1935988"/>
                  </a:lnTo>
                  <a:lnTo>
                    <a:pt x="3438969" y="1961705"/>
                  </a:lnTo>
                  <a:lnTo>
                    <a:pt x="3464776" y="1979066"/>
                  </a:lnTo>
                  <a:lnTo>
                    <a:pt x="3465106" y="1979066"/>
                  </a:lnTo>
                  <a:lnTo>
                    <a:pt x="3496716" y="1985441"/>
                  </a:lnTo>
                  <a:lnTo>
                    <a:pt x="3739858" y="1985441"/>
                  </a:lnTo>
                  <a:lnTo>
                    <a:pt x="3771404" y="1979066"/>
                  </a:lnTo>
                  <a:lnTo>
                    <a:pt x="3797198" y="1961705"/>
                  </a:lnTo>
                  <a:lnTo>
                    <a:pt x="3814597" y="1935988"/>
                  </a:lnTo>
                  <a:lnTo>
                    <a:pt x="3820972" y="1904504"/>
                  </a:lnTo>
                  <a:close/>
                </a:path>
              </a:pathLst>
            </a:custGeom>
            <a:solidFill>
              <a:srgbClr val="923DC5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124200" cy="6858000"/>
          </a:xfrm>
          <a:custGeom>
            <a:avLst/>
            <a:gdLst/>
            <a:ahLst/>
            <a:cxnLst/>
            <a:rect l="l" t="t" r="r" b="b"/>
            <a:pathLst>
              <a:path w="3124200" h="6858000">
                <a:moveTo>
                  <a:pt x="1693926" y="0"/>
                </a:moveTo>
                <a:lnTo>
                  <a:pt x="0" y="0"/>
                </a:lnTo>
                <a:lnTo>
                  <a:pt x="0" y="6857999"/>
                </a:lnTo>
                <a:lnTo>
                  <a:pt x="1693926" y="6857999"/>
                </a:lnTo>
                <a:lnTo>
                  <a:pt x="1790192" y="6775778"/>
                </a:lnTo>
                <a:lnTo>
                  <a:pt x="1822236" y="6746499"/>
                </a:lnTo>
                <a:lnTo>
                  <a:pt x="1853983" y="6716687"/>
                </a:lnTo>
                <a:lnTo>
                  <a:pt x="1885428" y="6686349"/>
                </a:lnTo>
                <a:lnTo>
                  <a:pt x="1916569" y="6655488"/>
                </a:lnTo>
                <a:lnTo>
                  <a:pt x="1947402" y="6624111"/>
                </a:lnTo>
                <a:lnTo>
                  <a:pt x="1977922" y="6592220"/>
                </a:lnTo>
                <a:lnTo>
                  <a:pt x="2008127" y="6559823"/>
                </a:lnTo>
                <a:lnTo>
                  <a:pt x="2038013" y="6526922"/>
                </a:lnTo>
                <a:lnTo>
                  <a:pt x="2067575" y="6493523"/>
                </a:lnTo>
                <a:lnTo>
                  <a:pt x="2096812" y="6459631"/>
                </a:lnTo>
                <a:lnTo>
                  <a:pt x="2125718" y="6425251"/>
                </a:lnTo>
                <a:lnTo>
                  <a:pt x="2154291" y="6390387"/>
                </a:lnTo>
                <a:lnTo>
                  <a:pt x="2182526" y="6355044"/>
                </a:lnTo>
                <a:lnTo>
                  <a:pt x="2210421" y="6319227"/>
                </a:lnTo>
                <a:lnTo>
                  <a:pt x="2237971" y="6282941"/>
                </a:lnTo>
                <a:lnTo>
                  <a:pt x="2265173" y="6246191"/>
                </a:lnTo>
                <a:lnTo>
                  <a:pt x="2292024" y="6208981"/>
                </a:lnTo>
                <a:lnTo>
                  <a:pt x="2318519" y="6171316"/>
                </a:lnTo>
                <a:lnTo>
                  <a:pt x="2344655" y="6133201"/>
                </a:lnTo>
                <a:lnTo>
                  <a:pt x="2370429" y="6094642"/>
                </a:lnTo>
                <a:lnTo>
                  <a:pt x="2395836" y="6055641"/>
                </a:lnTo>
                <a:lnTo>
                  <a:pt x="2420874" y="6016206"/>
                </a:lnTo>
                <a:lnTo>
                  <a:pt x="2445539" y="5976339"/>
                </a:lnTo>
                <a:lnTo>
                  <a:pt x="2469827" y="5936047"/>
                </a:lnTo>
                <a:lnTo>
                  <a:pt x="2493734" y="5895333"/>
                </a:lnTo>
                <a:lnTo>
                  <a:pt x="2517257" y="5854204"/>
                </a:lnTo>
                <a:lnTo>
                  <a:pt x="2540392" y="5812662"/>
                </a:lnTo>
                <a:lnTo>
                  <a:pt x="2563136" y="5770714"/>
                </a:lnTo>
                <a:lnTo>
                  <a:pt x="2585485" y="5728365"/>
                </a:lnTo>
                <a:lnTo>
                  <a:pt x="2607435" y="5685618"/>
                </a:lnTo>
                <a:lnTo>
                  <a:pt x="2628984" y="5642479"/>
                </a:lnTo>
                <a:lnTo>
                  <a:pt x="2650126" y="5598952"/>
                </a:lnTo>
                <a:lnTo>
                  <a:pt x="2670859" y="5555043"/>
                </a:lnTo>
                <a:lnTo>
                  <a:pt x="2691179" y="5510756"/>
                </a:lnTo>
                <a:lnTo>
                  <a:pt x="2711083" y="5466095"/>
                </a:lnTo>
                <a:lnTo>
                  <a:pt x="2730566" y="5421067"/>
                </a:lnTo>
                <a:lnTo>
                  <a:pt x="2749625" y="5375675"/>
                </a:lnTo>
                <a:lnTo>
                  <a:pt x="2768257" y="5329925"/>
                </a:lnTo>
                <a:lnTo>
                  <a:pt x="2786458" y="5283821"/>
                </a:lnTo>
                <a:lnTo>
                  <a:pt x="2804225" y="5237367"/>
                </a:lnTo>
                <a:lnTo>
                  <a:pt x="2821553" y="5190570"/>
                </a:lnTo>
                <a:lnTo>
                  <a:pt x="2838439" y="5143433"/>
                </a:lnTo>
                <a:lnTo>
                  <a:pt x="2854880" y="5095962"/>
                </a:lnTo>
                <a:lnTo>
                  <a:pt x="2870872" y="5048161"/>
                </a:lnTo>
                <a:lnTo>
                  <a:pt x="2886411" y="5000035"/>
                </a:lnTo>
                <a:lnTo>
                  <a:pt x="2901494" y="4951589"/>
                </a:lnTo>
                <a:lnTo>
                  <a:pt x="2916116" y="4902827"/>
                </a:lnTo>
                <a:lnTo>
                  <a:pt x="2930276" y="4853755"/>
                </a:lnTo>
                <a:lnTo>
                  <a:pt x="2943968" y="4804377"/>
                </a:lnTo>
                <a:lnTo>
                  <a:pt x="2957190" y="4754699"/>
                </a:lnTo>
                <a:lnTo>
                  <a:pt x="2969937" y="4704724"/>
                </a:lnTo>
                <a:lnTo>
                  <a:pt x="2982206" y="4654458"/>
                </a:lnTo>
                <a:lnTo>
                  <a:pt x="2993994" y="4603905"/>
                </a:lnTo>
                <a:lnTo>
                  <a:pt x="3005297" y="4553071"/>
                </a:lnTo>
                <a:lnTo>
                  <a:pt x="3016111" y="4501960"/>
                </a:lnTo>
                <a:lnTo>
                  <a:pt x="3026433" y="4450577"/>
                </a:lnTo>
                <a:lnTo>
                  <a:pt x="3036258" y="4398927"/>
                </a:lnTo>
                <a:lnTo>
                  <a:pt x="3045584" y="4347014"/>
                </a:lnTo>
                <a:lnTo>
                  <a:pt x="3054407" y="4294843"/>
                </a:lnTo>
                <a:lnTo>
                  <a:pt x="3062723" y="4242420"/>
                </a:lnTo>
                <a:lnTo>
                  <a:pt x="3070529" y="4189749"/>
                </a:lnTo>
                <a:lnTo>
                  <a:pt x="3077821" y="4136834"/>
                </a:lnTo>
                <a:lnTo>
                  <a:pt x="3084595" y="4083681"/>
                </a:lnTo>
                <a:lnTo>
                  <a:pt x="3090848" y="4030294"/>
                </a:lnTo>
                <a:lnTo>
                  <a:pt x="3096576" y="3976679"/>
                </a:lnTo>
                <a:lnTo>
                  <a:pt x="3101776" y="3922840"/>
                </a:lnTo>
                <a:lnTo>
                  <a:pt x="3106444" y="3868781"/>
                </a:lnTo>
                <a:lnTo>
                  <a:pt x="3110576" y="3814508"/>
                </a:lnTo>
                <a:lnTo>
                  <a:pt x="3114169" y="3760026"/>
                </a:lnTo>
                <a:lnTo>
                  <a:pt x="3117219" y="3705339"/>
                </a:lnTo>
                <a:lnTo>
                  <a:pt x="3119722" y="3650451"/>
                </a:lnTo>
                <a:lnTo>
                  <a:pt x="3121676" y="3595369"/>
                </a:lnTo>
                <a:lnTo>
                  <a:pt x="3123075" y="3540096"/>
                </a:lnTo>
                <a:lnTo>
                  <a:pt x="3123918" y="3484638"/>
                </a:lnTo>
                <a:lnTo>
                  <a:pt x="3124200" y="3429000"/>
                </a:lnTo>
                <a:lnTo>
                  <a:pt x="3123918" y="3373361"/>
                </a:lnTo>
                <a:lnTo>
                  <a:pt x="3123075" y="3317903"/>
                </a:lnTo>
                <a:lnTo>
                  <a:pt x="3121676" y="3262630"/>
                </a:lnTo>
                <a:lnTo>
                  <a:pt x="3119722" y="3207548"/>
                </a:lnTo>
                <a:lnTo>
                  <a:pt x="3117219" y="3152661"/>
                </a:lnTo>
                <a:lnTo>
                  <a:pt x="3114169" y="3097974"/>
                </a:lnTo>
                <a:lnTo>
                  <a:pt x="3110576" y="3043492"/>
                </a:lnTo>
                <a:lnTo>
                  <a:pt x="3106444" y="2989220"/>
                </a:lnTo>
                <a:lnTo>
                  <a:pt x="3101776" y="2935162"/>
                </a:lnTo>
                <a:lnTo>
                  <a:pt x="3096576" y="2881323"/>
                </a:lnTo>
                <a:lnTo>
                  <a:pt x="3090848" y="2827708"/>
                </a:lnTo>
                <a:lnTo>
                  <a:pt x="3084595" y="2774322"/>
                </a:lnTo>
                <a:lnTo>
                  <a:pt x="3077821" y="2721170"/>
                </a:lnTo>
                <a:lnTo>
                  <a:pt x="3070529" y="2668256"/>
                </a:lnTo>
                <a:lnTo>
                  <a:pt x="3062723" y="2615585"/>
                </a:lnTo>
                <a:lnTo>
                  <a:pt x="3054407" y="2563162"/>
                </a:lnTo>
                <a:lnTo>
                  <a:pt x="3045584" y="2510992"/>
                </a:lnTo>
                <a:lnTo>
                  <a:pt x="3036258" y="2459080"/>
                </a:lnTo>
                <a:lnTo>
                  <a:pt x="3026433" y="2407430"/>
                </a:lnTo>
                <a:lnTo>
                  <a:pt x="3016111" y="2356048"/>
                </a:lnTo>
                <a:lnTo>
                  <a:pt x="3005297" y="2304937"/>
                </a:lnTo>
                <a:lnTo>
                  <a:pt x="2993994" y="2254104"/>
                </a:lnTo>
                <a:lnTo>
                  <a:pt x="2982206" y="2203552"/>
                </a:lnTo>
                <a:lnTo>
                  <a:pt x="2969937" y="2153286"/>
                </a:lnTo>
                <a:lnTo>
                  <a:pt x="2957190" y="2103312"/>
                </a:lnTo>
                <a:lnTo>
                  <a:pt x="2943968" y="2053634"/>
                </a:lnTo>
                <a:lnTo>
                  <a:pt x="2930276" y="2004257"/>
                </a:lnTo>
                <a:lnTo>
                  <a:pt x="2916116" y="1955186"/>
                </a:lnTo>
                <a:lnTo>
                  <a:pt x="2901494" y="1906425"/>
                </a:lnTo>
                <a:lnTo>
                  <a:pt x="2886411" y="1857979"/>
                </a:lnTo>
                <a:lnTo>
                  <a:pt x="2870872" y="1809853"/>
                </a:lnTo>
                <a:lnTo>
                  <a:pt x="2854880" y="1762053"/>
                </a:lnTo>
                <a:lnTo>
                  <a:pt x="2838439" y="1714582"/>
                </a:lnTo>
                <a:lnTo>
                  <a:pt x="2821553" y="1667445"/>
                </a:lnTo>
                <a:lnTo>
                  <a:pt x="2804225" y="1620648"/>
                </a:lnTo>
                <a:lnTo>
                  <a:pt x="2786458" y="1574195"/>
                </a:lnTo>
                <a:lnTo>
                  <a:pt x="2768257" y="1528091"/>
                </a:lnTo>
                <a:lnTo>
                  <a:pt x="2749625" y="1482341"/>
                </a:lnTo>
                <a:lnTo>
                  <a:pt x="2730566" y="1436949"/>
                </a:lnTo>
                <a:lnTo>
                  <a:pt x="2711083" y="1391921"/>
                </a:lnTo>
                <a:lnTo>
                  <a:pt x="2691179" y="1347261"/>
                </a:lnTo>
                <a:lnTo>
                  <a:pt x="2670859" y="1302973"/>
                </a:lnTo>
                <a:lnTo>
                  <a:pt x="2650126" y="1259064"/>
                </a:lnTo>
                <a:lnTo>
                  <a:pt x="2628984" y="1215537"/>
                </a:lnTo>
                <a:lnTo>
                  <a:pt x="2607435" y="1172397"/>
                </a:lnTo>
                <a:lnTo>
                  <a:pt x="2585485" y="1129650"/>
                </a:lnTo>
                <a:lnTo>
                  <a:pt x="2563136" y="1087300"/>
                </a:lnTo>
                <a:lnTo>
                  <a:pt x="2540392" y="1045351"/>
                </a:lnTo>
                <a:lnTo>
                  <a:pt x="2517257" y="1003809"/>
                </a:lnTo>
                <a:lnTo>
                  <a:pt x="2493734" y="962678"/>
                </a:lnTo>
                <a:lnTo>
                  <a:pt x="2469827" y="921964"/>
                </a:lnTo>
                <a:lnTo>
                  <a:pt x="2445539" y="881670"/>
                </a:lnTo>
                <a:lnTo>
                  <a:pt x="2420874" y="841803"/>
                </a:lnTo>
                <a:lnTo>
                  <a:pt x="2395836" y="802366"/>
                </a:lnTo>
                <a:lnTo>
                  <a:pt x="2370429" y="763364"/>
                </a:lnTo>
                <a:lnTo>
                  <a:pt x="2344655" y="724803"/>
                </a:lnTo>
                <a:lnTo>
                  <a:pt x="2318519" y="686686"/>
                </a:lnTo>
                <a:lnTo>
                  <a:pt x="2292024" y="649020"/>
                </a:lnTo>
                <a:lnTo>
                  <a:pt x="2265173" y="611808"/>
                </a:lnTo>
                <a:lnTo>
                  <a:pt x="2237971" y="575056"/>
                </a:lnTo>
                <a:lnTo>
                  <a:pt x="2210421" y="538767"/>
                </a:lnTo>
                <a:lnTo>
                  <a:pt x="2182526" y="502948"/>
                </a:lnTo>
                <a:lnTo>
                  <a:pt x="2154291" y="467603"/>
                </a:lnTo>
                <a:lnTo>
                  <a:pt x="2125718" y="432736"/>
                </a:lnTo>
                <a:lnTo>
                  <a:pt x="2096812" y="398353"/>
                </a:lnTo>
                <a:lnTo>
                  <a:pt x="2067575" y="364458"/>
                </a:lnTo>
                <a:lnTo>
                  <a:pt x="2038013" y="331056"/>
                </a:lnTo>
                <a:lnTo>
                  <a:pt x="2008127" y="298152"/>
                </a:lnTo>
                <a:lnTo>
                  <a:pt x="1977922" y="265751"/>
                </a:lnTo>
                <a:lnTo>
                  <a:pt x="1947402" y="233857"/>
                </a:lnTo>
                <a:lnTo>
                  <a:pt x="1916569" y="202476"/>
                </a:lnTo>
                <a:lnTo>
                  <a:pt x="1885428" y="171611"/>
                </a:lnTo>
                <a:lnTo>
                  <a:pt x="1853983" y="141269"/>
                </a:lnTo>
                <a:lnTo>
                  <a:pt x="1822236" y="111453"/>
                </a:lnTo>
                <a:lnTo>
                  <a:pt x="1790192" y="82169"/>
                </a:lnTo>
                <a:lnTo>
                  <a:pt x="169392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21080" y="2666745"/>
            <a:ext cx="1390015" cy="13684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 indent="44450">
              <a:lnSpc>
                <a:spcPts val="5260"/>
              </a:lnSpc>
              <a:spcBef>
                <a:spcPts val="250"/>
              </a:spcBef>
            </a:pP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Some </a:t>
            </a: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basics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200900" y="4500498"/>
            <a:ext cx="1529080" cy="2038985"/>
          </a:xfrm>
          <a:custGeom>
            <a:avLst/>
            <a:gdLst/>
            <a:ahLst/>
            <a:cxnLst/>
            <a:rect l="l" t="t" r="r" b="b"/>
            <a:pathLst>
              <a:path w="1529079" h="2038984">
                <a:moveTo>
                  <a:pt x="0" y="2038413"/>
                </a:moveTo>
                <a:lnTo>
                  <a:pt x="41391" y="2037680"/>
                </a:lnTo>
                <a:lnTo>
                  <a:pt x="82511" y="2035495"/>
                </a:lnTo>
                <a:lnTo>
                  <a:pt x="123346" y="2031874"/>
                </a:lnTo>
                <a:lnTo>
                  <a:pt x="163882" y="2026838"/>
                </a:lnTo>
                <a:lnTo>
                  <a:pt x="204104" y="2020404"/>
                </a:lnTo>
                <a:lnTo>
                  <a:pt x="244000" y="2012591"/>
                </a:lnTo>
                <a:lnTo>
                  <a:pt x="283554" y="2003417"/>
                </a:lnTo>
                <a:lnTo>
                  <a:pt x="322754" y="1992901"/>
                </a:lnTo>
                <a:lnTo>
                  <a:pt x="361585" y="1981062"/>
                </a:lnTo>
                <a:lnTo>
                  <a:pt x="400034" y="1967917"/>
                </a:lnTo>
                <a:lnTo>
                  <a:pt x="438087" y="1953486"/>
                </a:lnTo>
                <a:lnTo>
                  <a:pt x="475729" y="1937787"/>
                </a:lnTo>
                <a:lnTo>
                  <a:pt x="512947" y="1920838"/>
                </a:lnTo>
                <a:lnTo>
                  <a:pt x="549728" y="1902657"/>
                </a:lnTo>
                <a:lnTo>
                  <a:pt x="586056" y="1883264"/>
                </a:lnTo>
                <a:lnTo>
                  <a:pt x="621919" y="1862677"/>
                </a:lnTo>
                <a:lnTo>
                  <a:pt x="657302" y="1840914"/>
                </a:lnTo>
                <a:lnTo>
                  <a:pt x="692192" y="1817994"/>
                </a:lnTo>
                <a:lnTo>
                  <a:pt x="726574" y="1793935"/>
                </a:lnTo>
                <a:lnTo>
                  <a:pt x="760436" y="1768756"/>
                </a:lnTo>
                <a:lnTo>
                  <a:pt x="793762" y="1742475"/>
                </a:lnTo>
                <a:lnTo>
                  <a:pt x="826539" y="1715110"/>
                </a:lnTo>
                <a:lnTo>
                  <a:pt x="858754" y="1686681"/>
                </a:lnTo>
                <a:lnTo>
                  <a:pt x="890392" y="1657206"/>
                </a:lnTo>
                <a:lnTo>
                  <a:pt x="921439" y="1626702"/>
                </a:lnTo>
                <a:lnTo>
                  <a:pt x="951882" y="1595190"/>
                </a:lnTo>
                <a:lnTo>
                  <a:pt x="981706" y="1562686"/>
                </a:lnTo>
                <a:lnTo>
                  <a:pt x="1010899" y="1529210"/>
                </a:lnTo>
                <a:lnTo>
                  <a:pt x="1039445" y="1494780"/>
                </a:lnTo>
                <a:lnTo>
                  <a:pt x="1067332" y="1459415"/>
                </a:lnTo>
                <a:lnTo>
                  <a:pt x="1094545" y="1423133"/>
                </a:lnTo>
                <a:lnTo>
                  <a:pt x="1121070" y="1385952"/>
                </a:lnTo>
                <a:lnTo>
                  <a:pt x="1146894" y="1347892"/>
                </a:lnTo>
                <a:lnTo>
                  <a:pt x="1172002" y="1308970"/>
                </a:lnTo>
                <a:lnTo>
                  <a:pt x="1196381" y="1269205"/>
                </a:lnTo>
                <a:lnTo>
                  <a:pt x="1220017" y="1228616"/>
                </a:lnTo>
                <a:lnTo>
                  <a:pt x="1242896" y="1187220"/>
                </a:lnTo>
                <a:lnTo>
                  <a:pt x="1265004" y="1145037"/>
                </a:lnTo>
                <a:lnTo>
                  <a:pt x="1286327" y="1102085"/>
                </a:lnTo>
                <a:lnTo>
                  <a:pt x="1306852" y="1058383"/>
                </a:lnTo>
                <a:lnTo>
                  <a:pt x="1326564" y="1013948"/>
                </a:lnTo>
                <a:lnTo>
                  <a:pt x="1345450" y="968800"/>
                </a:lnTo>
                <a:lnTo>
                  <a:pt x="1363496" y="922957"/>
                </a:lnTo>
                <a:lnTo>
                  <a:pt x="1380687" y="876438"/>
                </a:lnTo>
                <a:lnTo>
                  <a:pt x="1397011" y="829260"/>
                </a:lnTo>
                <a:lnTo>
                  <a:pt x="1412453" y="781442"/>
                </a:lnTo>
                <a:lnTo>
                  <a:pt x="1426999" y="733004"/>
                </a:lnTo>
                <a:lnTo>
                  <a:pt x="1440635" y="683963"/>
                </a:lnTo>
                <a:lnTo>
                  <a:pt x="1453348" y="634337"/>
                </a:lnTo>
                <a:lnTo>
                  <a:pt x="1465124" y="584146"/>
                </a:lnTo>
                <a:lnTo>
                  <a:pt x="1475948" y="533408"/>
                </a:lnTo>
                <a:lnTo>
                  <a:pt x="1485808" y="482141"/>
                </a:lnTo>
                <a:lnTo>
                  <a:pt x="1494688" y="430364"/>
                </a:lnTo>
                <a:lnTo>
                  <a:pt x="1502576" y="378096"/>
                </a:lnTo>
                <a:lnTo>
                  <a:pt x="1509457" y="325354"/>
                </a:lnTo>
                <a:lnTo>
                  <a:pt x="1515317" y="272157"/>
                </a:lnTo>
                <a:lnTo>
                  <a:pt x="1520143" y="218524"/>
                </a:lnTo>
                <a:lnTo>
                  <a:pt x="1523921" y="164473"/>
                </a:lnTo>
                <a:lnTo>
                  <a:pt x="1526636" y="110023"/>
                </a:lnTo>
                <a:lnTo>
                  <a:pt x="1528276" y="55193"/>
                </a:lnTo>
                <a:lnTo>
                  <a:pt x="1528826" y="0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417951" y="1224597"/>
            <a:ext cx="5003165" cy="42932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5600" marR="28575" indent="-343535">
              <a:lnSpc>
                <a:spcPts val="1430"/>
              </a:lnSpc>
              <a:spcBef>
                <a:spcPts val="229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CPU</a:t>
            </a:r>
            <a:r>
              <a:rPr dirty="0" sz="1250" spc="15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(Central</a:t>
            </a:r>
            <a:r>
              <a:rPr dirty="0" sz="1250" spc="15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Processing</a:t>
            </a:r>
            <a:r>
              <a:rPr dirty="0" sz="1250" spc="15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Unit)</a:t>
            </a:r>
            <a:r>
              <a:rPr dirty="0" sz="1250" spc="7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Located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motherboard</a:t>
            </a:r>
            <a:r>
              <a:rPr dirty="0" sz="1250">
                <a:latin typeface="Calibri"/>
                <a:cs typeface="Calibri"/>
              </a:rPr>
              <a:t>,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inside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CPU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socket,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usually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under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heatsink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16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fan.</a:t>
            </a:r>
            <a:endParaRPr sz="1250">
              <a:latin typeface="Calibri"/>
              <a:cs typeface="Calibri"/>
            </a:endParaRPr>
          </a:p>
          <a:p>
            <a:pPr marL="355600" marR="368935" indent="-343535">
              <a:lnSpc>
                <a:spcPts val="1350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RAM</a:t>
            </a:r>
            <a:r>
              <a:rPr dirty="0" sz="1250" spc="16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(Random</a:t>
            </a:r>
            <a:r>
              <a:rPr dirty="0" sz="1250" spc="8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Access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Memory)</a:t>
            </a:r>
            <a:r>
              <a:rPr dirty="0" sz="1250" spc="8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Installed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RAM</a:t>
            </a:r>
            <a:r>
              <a:rPr dirty="0" sz="1250" spc="17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slots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the </a:t>
            </a:r>
            <a:r>
              <a:rPr dirty="0" sz="1250" spc="-10">
                <a:latin typeface="Calibri"/>
                <a:cs typeface="Calibri"/>
              </a:rPr>
              <a:t>motherboard.</a:t>
            </a:r>
            <a:endParaRPr sz="1250">
              <a:latin typeface="Calibri"/>
              <a:cs typeface="Calibri"/>
            </a:endParaRPr>
          </a:p>
          <a:p>
            <a:pPr marL="355600" indent="-342900">
              <a:lnSpc>
                <a:spcPts val="1465"/>
              </a:lnSpc>
              <a:spcBef>
                <a:spcPts val="2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ROM</a:t>
            </a:r>
            <a:r>
              <a:rPr dirty="0" sz="1250" spc="18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(Read-Only</a:t>
            </a:r>
            <a:r>
              <a:rPr dirty="0" sz="1250" spc="17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Memory)</a:t>
            </a:r>
            <a:r>
              <a:rPr dirty="0" sz="1250" spc="13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Usually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built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into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19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motherboard</a:t>
            </a:r>
            <a:r>
              <a:rPr dirty="0" sz="1250" spc="100" b="1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as</a:t>
            </a:r>
            <a:endParaRPr sz="1250">
              <a:latin typeface="Calibri"/>
              <a:cs typeface="Calibri"/>
            </a:endParaRPr>
          </a:p>
          <a:p>
            <a:pPr marL="355600">
              <a:lnSpc>
                <a:spcPts val="1465"/>
              </a:lnSpc>
            </a:pPr>
            <a:r>
              <a:rPr dirty="0" sz="1250">
                <a:latin typeface="Calibri"/>
                <a:cs typeface="Calibri"/>
              </a:rPr>
              <a:t>firmware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(BIOS/UEFI)</a:t>
            </a:r>
            <a:r>
              <a:rPr dirty="0" sz="1250" spc="14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or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specialized</a:t>
            </a:r>
            <a:r>
              <a:rPr dirty="0" sz="1250" spc="16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chips.</a:t>
            </a:r>
            <a:endParaRPr sz="1250">
              <a:latin typeface="Calibri"/>
              <a:cs typeface="Calibri"/>
            </a:endParaRPr>
          </a:p>
          <a:p>
            <a:pPr algn="just" marL="355600" marR="223520" indent="-343535">
              <a:lnSpc>
                <a:spcPct val="92600"/>
              </a:lnSpc>
              <a:spcBef>
                <a:spcPts val="340"/>
              </a:spcBef>
              <a:buFont typeface="Arial"/>
              <a:buChar char="•"/>
              <a:tabLst>
                <a:tab pos="355600" algn="l"/>
                <a:tab pos="356870" algn="l"/>
              </a:tabLst>
            </a:pPr>
            <a:r>
              <a:rPr dirty="0" sz="1250">
                <a:latin typeface="Calibri"/>
                <a:cs typeface="Calibri"/>
              </a:rPr>
              <a:t>	</a:t>
            </a:r>
            <a:r>
              <a:rPr dirty="0" sz="1250" b="1">
                <a:latin typeface="Calibri"/>
                <a:cs typeface="Calibri"/>
              </a:rPr>
              <a:t>GPU</a:t>
            </a:r>
            <a:r>
              <a:rPr dirty="0" sz="1250" spc="14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(Graphics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Processing</a:t>
            </a:r>
            <a:r>
              <a:rPr dirty="0" sz="1250" spc="6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Unit)</a:t>
            </a:r>
            <a:r>
              <a:rPr dirty="0" sz="1250" spc="12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be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integrated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into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 spc="-25" b="1">
                <a:latin typeface="Calibri"/>
                <a:cs typeface="Calibri"/>
              </a:rPr>
              <a:t>CPU </a:t>
            </a:r>
            <a:r>
              <a:rPr dirty="0" sz="1250">
                <a:latin typeface="Calibri"/>
                <a:cs typeface="Calibri"/>
              </a:rPr>
              <a:t>(integrated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graphics)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or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installed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as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155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dedicated</a:t>
            </a:r>
            <a:r>
              <a:rPr dirty="0" sz="1250" spc="6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graphics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card</a:t>
            </a:r>
            <a:r>
              <a:rPr dirty="0" sz="1250" spc="14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a </a:t>
            </a:r>
            <a:r>
              <a:rPr dirty="0" sz="1250">
                <a:latin typeface="Calibri"/>
                <a:cs typeface="Calibri"/>
              </a:rPr>
              <a:t>PCIe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slot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motherboard.</a:t>
            </a:r>
            <a:endParaRPr sz="1250">
              <a:latin typeface="Calibri"/>
              <a:cs typeface="Calibri"/>
            </a:endParaRPr>
          </a:p>
          <a:p>
            <a:pPr marL="355600" marR="85090" indent="-343535">
              <a:lnSpc>
                <a:spcPct val="951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SSD</a:t>
            </a:r>
            <a:r>
              <a:rPr dirty="0" sz="1250" spc="6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(Solid</a:t>
            </a:r>
            <a:r>
              <a:rPr dirty="0" sz="1250" spc="3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State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Drive)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be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located</a:t>
            </a:r>
            <a:r>
              <a:rPr dirty="0" sz="1250" spc="13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M.2</a:t>
            </a:r>
            <a:r>
              <a:rPr dirty="0" sz="1250" spc="7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slot</a:t>
            </a:r>
            <a:r>
              <a:rPr dirty="0" sz="1250" spc="8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the </a:t>
            </a:r>
            <a:r>
              <a:rPr dirty="0" sz="1250">
                <a:latin typeface="Calibri"/>
                <a:cs typeface="Calibri"/>
              </a:rPr>
              <a:t>motherboard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(for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NVMe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SSDs)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or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connected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via</a:t>
            </a:r>
            <a:r>
              <a:rPr dirty="0" sz="1250" spc="125">
                <a:latin typeface="Calibri"/>
                <a:cs typeface="Calibri"/>
              </a:rPr>
              <a:t> </a:t>
            </a:r>
            <a:r>
              <a:rPr dirty="0" sz="1250" spc="-20" b="1">
                <a:latin typeface="Calibri"/>
                <a:cs typeface="Calibri"/>
              </a:rPr>
              <a:t>SATA</a:t>
            </a:r>
            <a:r>
              <a:rPr dirty="0" sz="1250" spc="13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ports</a:t>
            </a:r>
            <a:r>
              <a:rPr dirty="0" sz="1250" spc="5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(for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2.5- </a:t>
            </a:r>
            <a:r>
              <a:rPr dirty="0" sz="1250">
                <a:latin typeface="Calibri"/>
                <a:cs typeface="Calibri"/>
              </a:rPr>
              <a:t>inch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SSDs).</a:t>
            </a:r>
            <a:endParaRPr sz="1250">
              <a:latin typeface="Calibri"/>
              <a:cs typeface="Calibri"/>
            </a:endParaRPr>
          </a:p>
          <a:p>
            <a:pPr marL="355600" marR="53975" indent="-343535">
              <a:lnSpc>
                <a:spcPts val="1350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HDD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(Hard</a:t>
            </a:r>
            <a:r>
              <a:rPr dirty="0" sz="1250" spc="4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Disk</a:t>
            </a:r>
            <a:r>
              <a:rPr dirty="0" sz="1250" spc="12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Drive)</a:t>
            </a:r>
            <a:r>
              <a:rPr dirty="0" sz="1250" spc="7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Installed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drive</a:t>
            </a:r>
            <a:r>
              <a:rPr dirty="0" sz="1250" spc="9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bay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inside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computer </a:t>
            </a:r>
            <a:r>
              <a:rPr dirty="0" sz="1250">
                <a:latin typeface="Calibri"/>
                <a:cs typeface="Calibri"/>
              </a:rPr>
              <a:t>case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connected</a:t>
            </a:r>
            <a:r>
              <a:rPr dirty="0" sz="1250" spc="4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via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spc="-20" b="1">
                <a:latin typeface="Calibri"/>
                <a:cs typeface="Calibri"/>
              </a:rPr>
              <a:t>SATA</a:t>
            </a:r>
            <a:r>
              <a:rPr dirty="0" sz="1250" spc="10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ports</a:t>
            </a:r>
            <a:r>
              <a:rPr dirty="0" sz="1250" spc="2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motherboard.</a:t>
            </a:r>
            <a:endParaRPr sz="1250">
              <a:latin typeface="Calibri"/>
              <a:cs typeface="Calibri"/>
            </a:endParaRPr>
          </a:p>
          <a:p>
            <a:pPr marL="355600" marR="259715" indent="-343535">
              <a:lnSpc>
                <a:spcPts val="143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VRAM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(Video</a:t>
            </a:r>
            <a:r>
              <a:rPr dirty="0" sz="1250" spc="6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RAM)</a:t>
            </a:r>
            <a:r>
              <a:rPr dirty="0" sz="1250" spc="13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Located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GPU</a:t>
            </a:r>
            <a:r>
              <a:rPr dirty="0" sz="1250" spc="11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(inside</a:t>
            </a:r>
            <a:r>
              <a:rPr dirty="0" sz="1250" spc="3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16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dedicated </a:t>
            </a:r>
            <a:r>
              <a:rPr dirty="0" sz="1250">
                <a:latin typeface="Calibri"/>
                <a:cs typeface="Calibri"/>
              </a:rPr>
              <a:t>graphics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card).</a:t>
            </a:r>
            <a:r>
              <a:rPr dirty="0" sz="1250" spc="1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Integrated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graphics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use</a:t>
            </a:r>
            <a:r>
              <a:rPr dirty="0" sz="1250" spc="2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part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of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system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RAM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as </a:t>
            </a:r>
            <a:r>
              <a:rPr dirty="0" sz="1250" spc="-10">
                <a:latin typeface="Calibri"/>
                <a:cs typeface="Calibri"/>
              </a:rPr>
              <a:t>VRAM.</a:t>
            </a:r>
            <a:endParaRPr sz="1250">
              <a:latin typeface="Calibri"/>
              <a:cs typeface="Calibri"/>
            </a:endParaRPr>
          </a:p>
          <a:p>
            <a:pPr marL="355600" marR="632460" indent="-343535">
              <a:lnSpc>
                <a:spcPts val="1350"/>
              </a:lnSpc>
              <a:spcBef>
                <a:spcPts val="35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ALU</a:t>
            </a:r>
            <a:r>
              <a:rPr dirty="0" sz="1250" spc="12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(Arithmetic</a:t>
            </a:r>
            <a:r>
              <a:rPr dirty="0" sz="1250" spc="13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Logic</a:t>
            </a:r>
            <a:r>
              <a:rPr dirty="0" sz="1250" spc="4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Unit)</a:t>
            </a:r>
            <a:r>
              <a:rPr dirty="0" sz="1250" spc="114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component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inside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the</a:t>
            </a:r>
            <a:r>
              <a:rPr dirty="0" sz="1250" spc="85" b="1">
                <a:latin typeface="Calibri"/>
                <a:cs typeface="Calibri"/>
              </a:rPr>
              <a:t> </a:t>
            </a:r>
            <a:r>
              <a:rPr dirty="0" sz="1250" spc="-20" b="1">
                <a:latin typeface="Calibri"/>
                <a:cs typeface="Calibri"/>
              </a:rPr>
              <a:t>CPU</a:t>
            </a:r>
            <a:r>
              <a:rPr dirty="0" sz="1250" spc="-20">
                <a:latin typeface="Calibri"/>
                <a:cs typeface="Calibri"/>
              </a:rPr>
              <a:t>, </a:t>
            </a:r>
            <a:r>
              <a:rPr dirty="0" sz="1250">
                <a:latin typeface="Calibri"/>
                <a:cs typeface="Calibri"/>
              </a:rPr>
              <a:t>responsible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for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arithmetic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logic</a:t>
            </a:r>
            <a:r>
              <a:rPr dirty="0" sz="1250" spc="18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operations.</a:t>
            </a:r>
            <a:endParaRPr sz="1250">
              <a:latin typeface="Calibri"/>
              <a:cs typeface="Calibri"/>
            </a:endParaRPr>
          </a:p>
          <a:p>
            <a:pPr marL="355600" marR="5080" indent="-343535">
              <a:lnSpc>
                <a:spcPts val="143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Cache</a:t>
            </a:r>
            <a:r>
              <a:rPr dirty="0" sz="1250" spc="12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–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small,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high-speed</a:t>
            </a:r>
            <a:r>
              <a:rPr dirty="0" sz="1250" spc="1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memory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located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inside</a:t>
            </a:r>
            <a:r>
              <a:rPr dirty="0" sz="1250" spc="114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the</a:t>
            </a:r>
            <a:r>
              <a:rPr dirty="0" sz="1250" spc="114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CPU</a:t>
            </a:r>
            <a:r>
              <a:rPr dirty="0" sz="1250">
                <a:latin typeface="Calibri"/>
                <a:cs typeface="Calibri"/>
              </a:rPr>
              <a:t>,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used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to </a:t>
            </a:r>
            <a:r>
              <a:rPr dirty="0" sz="1250">
                <a:latin typeface="Calibri"/>
                <a:cs typeface="Calibri"/>
              </a:rPr>
              <a:t>store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frequently accessed</a:t>
            </a:r>
            <a:r>
              <a:rPr dirty="0" sz="1250" spc="1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data</a:t>
            </a:r>
            <a:r>
              <a:rPr dirty="0" sz="1250" spc="13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for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faster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processing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(L1,</a:t>
            </a:r>
            <a:r>
              <a:rPr dirty="0" sz="1250" spc="4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L2,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L3 </a:t>
            </a:r>
            <a:r>
              <a:rPr dirty="0" sz="1250" spc="-10">
                <a:latin typeface="Calibri"/>
                <a:cs typeface="Calibri"/>
              </a:rPr>
              <a:t>cache).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9960" y="5424170"/>
            <a:ext cx="178435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>
                <a:latin typeface="Calibri"/>
                <a:cs typeface="Calibri"/>
              </a:rPr>
              <a:t>Some</a:t>
            </a:r>
            <a:r>
              <a:rPr dirty="0" sz="2750" spc="114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basics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4862830"/>
            <a:chOff x="0" y="0"/>
            <a:chExt cx="9144000" cy="486283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866775"/>
            </a:xfrm>
            <a:custGeom>
              <a:avLst/>
              <a:gdLst/>
              <a:ahLst/>
              <a:cxnLst/>
              <a:rect l="l" t="t" r="r" b="b"/>
              <a:pathLst>
                <a:path w="9144000" h="866775">
                  <a:moveTo>
                    <a:pt x="9144000" y="0"/>
                  </a:moveTo>
                  <a:lnTo>
                    <a:pt x="0" y="0"/>
                  </a:lnTo>
                  <a:lnTo>
                    <a:pt x="0" y="866775"/>
                  </a:lnTo>
                  <a:lnTo>
                    <a:pt x="9144000" y="8667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125" y="0"/>
              <a:ext cx="8720201" cy="48624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90525" y="0"/>
              <a:ext cx="8420100" cy="4591050"/>
            </a:xfrm>
            <a:custGeom>
              <a:avLst/>
              <a:gdLst/>
              <a:ahLst/>
              <a:cxnLst/>
              <a:rect l="l" t="t" r="r" b="b"/>
              <a:pathLst>
                <a:path w="8420100" h="4591050">
                  <a:moveTo>
                    <a:pt x="8420100" y="0"/>
                  </a:moveTo>
                  <a:lnTo>
                    <a:pt x="0" y="0"/>
                  </a:lnTo>
                  <a:lnTo>
                    <a:pt x="0" y="4591050"/>
                  </a:lnTo>
                  <a:lnTo>
                    <a:pt x="8420100" y="4591050"/>
                  </a:lnTo>
                  <a:lnTo>
                    <a:pt x="8420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6350" y="361950"/>
              <a:ext cx="6667500" cy="3867150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3533775" y="4953000"/>
            <a:ext cx="28575" cy="1466850"/>
          </a:xfrm>
          <a:custGeom>
            <a:avLst/>
            <a:gdLst/>
            <a:ahLst/>
            <a:cxnLst/>
            <a:rect l="l" t="t" r="r" b="b"/>
            <a:pathLst>
              <a:path w="28575" h="1466850">
                <a:moveTo>
                  <a:pt x="28575" y="0"/>
                </a:moveTo>
                <a:lnTo>
                  <a:pt x="0" y="0"/>
                </a:lnTo>
                <a:lnTo>
                  <a:pt x="0" y="1466850"/>
                </a:lnTo>
                <a:lnTo>
                  <a:pt x="28575" y="1466850"/>
                </a:lnTo>
                <a:lnTo>
                  <a:pt x="285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954779" y="6128067"/>
            <a:ext cx="692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54779" y="4869433"/>
            <a:ext cx="4754880" cy="15862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55600" marR="5080" indent="-343535">
              <a:lnSpc>
                <a:spcPct val="105400"/>
              </a:lnSpc>
              <a:spcBef>
                <a:spcPts val="6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Von</a:t>
            </a:r>
            <a:r>
              <a:rPr dirty="0" sz="950" spc="8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Neumann</a:t>
            </a:r>
            <a:r>
              <a:rPr dirty="0" sz="950" spc="19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architecture</a:t>
            </a:r>
            <a:r>
              <a:rPr dirty="0" sz="950" spc="125" b="1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1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computer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proposed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John</a:t>
            </a:r>
            <a:r>
              <a:rPr dirty="0" sz="950" spc="85" b="1">
                <a:latin typeface="Calibri"/>
                <a:cs typeface="Calibri"/>
              </a:rPr>
              <a:t> </a:t>
            </a:r>
            <a:r>
              <a:rPr dirty="0" sz="950" spc="-25" b="1">
                <a:latin typeface="Calibri"/>
                <a:cs typeface="Calibri"/>
              </a:rPr>
              <a:t>von</a:t>
            </a:r>
            <a:r>
              <a:rPr dirty="0" sz="950" b="1">
                <a:latin typeface="Calibri"/>
                <a:cs typeface="Calibri"/>
              </a:rPr>
              <a:t> Neumann</a:t>
            </a:r>
            <a:r>
              <a:rPr dirty="0" sz="950" spc="90" b="1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1945.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It</a:t>
            </a:r>
            <a:r>
              <a:rPr dirty="0" sz="950" spc="1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describes</a:t>
            </a:r>
            <a:r>
              <a:rPr dirty="0" sz="950" spc="1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single</a:t>
            </a:r>
            <a:r>
              <a:rPr dirty="0" sz="950" spc="1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memory</a:t>
            </a:r>
            <a:r>
              <a:rPr dirty="0" sz="950" spc="14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unit</a:t>
            </a:r>
            <a:r>
              <a:rPr dirty="0" sz="950" spc="130" b="1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stores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both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data</a:t>
            </a:r>
            <a:r>
              <a:rPr dirty="0" sz="950" spc="17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and</a:t>
            </a:r>
            <a:r>
              <a:rPr dirty="0" sz="950" spc="11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program</a:t>
            </a:r>
            <a:r>
              <a:rPr dirty="0" sz="950" spc="15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instructions</a:t>
            </a:r>
            <a:r>
              <a:rPr dirty="0" sz="950">
                <a:latin typeface="Calibri"/>
                <a:cs typeface="Calibri"/>
              </a:rPr>
              <a:t>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CPU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fetches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instructions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14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data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memory, </a:t>
            </a:r>
            <a:r>
              <a:rPr dirty="0" sz="950">
                <a:latin typeface="Calibri"/>
                <a:cs typeface="Calibri"/>
              </a:rPr>
              <a:t>processes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them,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writes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results</a:t>
            </a:r>
            <a:r>
              <a:rPr dirty="0" sz="950" spc="1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back.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This</a:t>
            </a:r>
            <a:r>
              <a:rPr dirty="0" sz="950" spc="1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control</a:t>
            </a:r>
            <a:r>
              <a:rPr dirty="0" sz="950" spc="16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unit,</a:t>
            </a:r>
            <a:r>
              <a:rPr dirty="0" sz="950" spc="150" b="1">
                <a:latin typeface="Calibri"/>
                <a:cs typeface="Calibri"/>
              </a:rPr>
              <a:t> </a:t>
            </a:r>
            <a:r>
              <a:rPr dirty="0" sz="950" spc="-20" b="1">
                <a:latin typeface="Calibri"/>
                <a:cs typeface="Calibri"/>
              </a:rPr>
              <a:t>ALU,</a:t>
            </a:r>
            <a:endParaRPr sz="950">
              <a:latin typeface="Calibri"/>
              <a:cs typeface="Calibri"/>
            </a:endParaRPr>
          </a:p>
          <a:p>
            <a:pPr algn="just" marL="355600" marR="40640">
              <a:lnSpc>
                <a:spcPts val="1200"/>
              </a:lnSpc>
              <a:spcBef>
                <a:spcPts val="50"/>
              </a:spcBef>
            </a:pPr>
            <a:r>
              <a:rPr dirty="0" sz="950" b="1">
                <a:latin typeface="Calibri"/>
                <a:cs typeface="Calibri"/>
              </a:rPr>
              <a:t>registers,</a:t>
            </a:r>
            <a:r>
              <a:rPr dirty="0" sz="950" spc="5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memory</a:t>
            </a:r>
            <a:r>
              <a:rPr dirty="0" sz="950" spc="17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(RAM),</a:t>
            </a:r>
            <a:r>
              <a:rPr dirty="0" sz="950" spc="15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and</a:t>
            </a:r>
            <a:r>
              <a:rPr dirty="0" sz="950" spc="200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input/output</a:t>
            </a:r>
            <a:r>
              <a:rPr dirty="0" sz="950" spc="135" b="1">
                <a:latin typeface="Calibri"/>
                <a:cs typeface="Calibri"/>
              </a:rPr>
              <a:t> </a:t>
            </a:r>
            <a:r>
              <a:rPr dirty="0" sz="950" b="1">
                <a:latin typeface="Calibri"/>
                <a:cs typeface="Calibri"/>
              </a:rPr>
              <a:t>devices</a:t>
            </a:r>
            <a:r>
              <a:rPr dirty="0" sz="950">
                <a:latin typeface="Calibri"/>
                <a:cs typeface="Calibri"/>
              </a:rPr>
              <a:t>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key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characteristic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20">
                <a:latin typeface="Calibri"/>
                <a:cs typeface="Calibri"/>
              </a:rPr>
              <a:t> </a:t>
            </a:r>
            <a:r>
              <a:rPr dirty="0" sz="950" spc="-25" b="1">
                <a:latin typeface="Calibri"/>
                <a:cs typeface="Calibri"/>
              </a:rPr>
              <a:t>Von</a:t>
            </a:r>
            <a:r>
              <a:rPr dirty="0" sz="950" spc="10" b="1">
                <a:latin typeface="Calibri"/>
                <a:cs typeface="Calibri"/>
              </a:rPr>
              <a:t> Neumann</a:t>
            </a:r>
            <a:r>
              <a:rPr dirty="0" sz="950" spc="5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bottleneck</a:t>
            </a:r>
            <a:r>
              <a:rPr dirty="0" sz="950" spc="10">
                <a:latin typeface="Calibri"/>
                <a:cs typeface="Calibri"/>
              </a:rPr>
              <a:t>,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where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the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shared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memory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bus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can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slow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down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processing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due</a:t>
            </a:r>
            <a:r>
              <a:rPr dirty="0" sz="950" spc="10">
                <a:latin typeface="Calibri"/>
                <a:cs typeface="Calibri"/>
              </a:rPr>
              <a:t> to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limited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data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transfer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speeds.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This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architecture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is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widely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used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1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modern</a:t>
            </a:r>
            <a:endParaRPr sz="950">
              <a:latin typeface="Calibri"/>
              <a:cs typeface="Calibri"/>
            </a:endParaRPr>
          </a:p>
          <a:p>
            <a:pPr algn="just" marL="355600">
              <a:lnSpc>
                <a:spcPct val="100000"/>
              </a:lnSpc>
              <a:spcBef>
                <a:spcPts val="15"/>
              </a:spcBef>
            </a:pPr>
            <a:r>
              <a:rPr dirty="0" sz="950">
                <a:latin typeface="Calibri"/>
                <a:cs typeface="Calibri"/>
              </a:rPr>
              <a:t>computers,</a:t>
            </a:r>
            <a:r>
              <a:rPr dirty="0" sz="950" spc="1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PCs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smartphones.</a:t>
            </a:r>
            <a:endParaRPr sz="950">
              <a:latin typeface="Calibri"/>
              <a:cs typeface="Calibri"/>
            </a:endParaRPr>
          </a:p>
          <a:p>
            <a:pPr algn="just" marL="355600" marR="226060">
              <a:lnSpc>
                <a:spcPct val="105500"/>
              </a:lnSpc>
              <a:spcBef>
                <a:spcPts val="300"/>
              </a:spcBef>
            </a:pPr>
            <a:r>
              <a:rPr dirty="0" sz="950" spc="10" b="1">
                <a:latin typeface="Calibri"/>
                <a:cs typeface="Calibri"/>
              </a:rPr>
              <a:t>Used</a:t>
            </a:r>
            <a:r>
              <a:rPr dirty="0" sz="950" spc="4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in</a:t>
            </a:r>
            <a:r>
              <a:rPr dirty="0" sz="950" spc="50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Traditional</a:t>
            </a:r>
            <a:r>
              <a:rPr dirty="0" sz="950" spc="30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CPUs</a:t>
            </a:r>
            <a:r>
              <a:rPr dirty="0" sz="950" spc="3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like</a:t>
            </a:r>
            <a:r>
              <a:rPr dirty="0" sz="950" spc="90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x86)!</a:t>
            </a:r>
            <a:r>
              <a:rPr dirty="0" sz="950" spc="2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For</a:t>
            </a:r>
            <a:r>
              <a:rPr dirty="0" sz="950" spc="8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ARM</a:t>
            </a:r>
            <a:r>
              <a:rPr dirty="0" sz="950" spc="20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processors,</a:t>
            </a:r>
            <a:r>
              <a:rPr dirty="0" sz="950" spc="105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Harvard</a:t>
            </a:r>
            <a:r>
              <a:rPr dirty="0" sz="950" spc="50" b="1">
                <a:latin typeface="Calibri"/>
                <a:cs typeface="Calibri"/>
              </a:rPr>
              <a:t> </a:t>
            </a:r>
            <a:r>
              <a:rPr dirty="0" sz="950" spc="10" b="1">
                <a:latin typeface="Calibri"/>
                <a:cs typeface="Calibri"/>
              </a:rPr>
              <a:t>architecture</a:t>
            </a:r>
            <a:r>
              <a:rPr dirty="0" sz="950" spc="90" b="1">
                <a:latin typeface="Calibri"/>
                <a:cs typeface="Calibri"/>
              </a:rPr>
              <a:t> </a:t>
            </a:r>
            <a:r>
              <a:rPr dirty="0" sz="950" spc="-25" b="1">
                <a:latin typeface="Calibri"/>
                <a:cs typeface="Calibri"/>
              </a:rPr>
              <a:t>is</a:t>
            </a:r>
            <a:r>
              <a:rPr dirty="0" sz="950" spc="-10" b="1">
                <a:latin typeface="Calibri"/>
                <a:cs typeface="Calibri"/>
              </a:rPr>
              <a:t> used!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883217"/>
            <a:ext cx="1480820" cy="13957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5110"/>
              </a:lnSpc>
              <a:spcBef>
                <a:spcPts val="745"/>
              </a:spcBef>
            </a:pPr>
            <a:r>
              <a:rPr dirty="0" sz="4700" spc="-20">
                <a:latin typeface="Calibri"/>
                <a:cs typeface="Calibri"/>
              </a:rPr>
              <a:t>Some </a:t>
            </a:r>
            <a:r>
              <a:rPr dirty="0" sz="4700" spc="-10">
                <a:latin typeface="Calibri"/>
                <a:cs typeface="Calibri"/>
              </a:rPr>
              <a:t>basics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7" name="object 7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650" y="2152650"/>
              <a:ext cx="4152900" cy="2495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0780" y="1603865"/>
              <a:ext cx="123955" cy="11870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6982" y="1783790"/>
              <a:ext cx="123826" cy="11836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3126" y="1963529"/>
              <a:ext cx="124007" cy="11865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00430" y="4612290"/>
              <a:ext cx="307340" cy="262255"/>
            </a:xfrm>
            <a:custGeom>
              <a:avLst/>
              <a:gdLst/>
              <a:ahLst/>
              <a:cxnLst/>
              <a:rect l="l" t="t" r="r" b="b"/>
              <a:pathLst>
                <a:path w="307340" h="262254">
                  <a:moveTo>
                    <a:pt x="11340" y="190214"/>
                  </a:moveTo>
                  <a:lnTo>
                    <a:pt x="33772" y="227040"/>
                  </a:lnTo>
                  <a:lnTo>
                    <a:pt x="75003" y="255065"/>
                  </a:lnTo>
                  <a:lnTo>
                    <a:pt x="112750" y="261715"/>
                  </a:lnTo>
                  <a:lnTo>
                    <a:pt x="126323" y="261433"/>
                  </a:lnTo>
                  <a:lnTo>
                    <a:pt x="169614" y="253380"/>
                  </a:lnTo>
                  <a:lnTo>
                    <a:pt x="214139" y="236087"/>
                  </a:lnTo>
                  <a:lnTo>
                    <a:pt x="252894" y="213709"/>
                  </a:lnTo>
                  <a:lnTo>
                    <a:pt x="282791" y="186616"/>
                  </a:lnTo>
                  <a:lnTo>
                    <a:pt x="304736" y="142226"/>
                  </a:lnTo>
                  <a:lnTo>
                    <a:pt x="306835" y="116101"/>
                  </a:lnTo>
                  <a:lnTo>
                    <a:pt x="305044" y="101981"/>
                  </a:lnTo>
                  <a:lnTo>
                    <a:pt x="289018" y="57878"/>
                  </a:lnTo>
                  <a:lnTo>
                    <a:pt x="263943" y="25749"/>
                  </a:lnTo>
                  <a:lnTo>
                    <a:pt x="220001" y="3143"/>
                  </a:lnTo>
                  <a:lnTo>
                    <a:pt x="194506" y="0"/>
                  </a:lnTo>
                  <a:lnTo>
                    <a:pt x="180961" y="357"/>
                  </a:lnTo>
                  <a:lnTo>
                    <a:pt x="137689" y="8635"/>
                  </a:lnTo>
                  <a:lnTo>
                    <a:pt x="93007" y="26084"/>
                  </a:lnTo>
                  <a:lnTo>
                    <a:pt x="54520" y="48355"/>
                  </a:lnTo>
                  <a:lnTo>
                    <a:pt x="24463" y="75340"/>
                  </a:lnTo>
                  <a:lnTo>
                    <a:pt x="2067" y="119586"/>
                  </a:lnTo>
                  <a:lnTo>
                    <a:pt x="0" y="145708"/>
                  </a:lnTo>
                  <a:lnTo>
                    <a:pt x="1799" y="159829"/>
                  </a:lnTo>
                  <a:lnTo>
                    <a:pt x="5576" y="174664"/>
                  </a:lnTo>
                  <a:lnTo>
                    <a:pt x="11340" y="190214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216" y="2233041"/>
              <a:ext cx="1126871" cy="190119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063613" y="4315714"/>
              <a:ext cx="794385" cy="1072515"/>
            </a:xfrm>
            <a:custGeom>
              <a:avLst/>
              <a:gdLst/>
              <a:ahLst/>
              <a:cxnLst/>
              <a:rect l="l" t="t" r="r" b="b"/>
              <a:pathLst>
                <a:path w="794384" h="1072514">
                  <a:moveTo>
                    <a:pt x="10159" y="78105"/>
                  </a:moveTo>
                  <a:lnTo>
                    <a:pt x="8762" y="74675"/>
                  </a:lnTo>
                  <a:lnTo>
                    <a:pt x="7238" y="70612"/>
                  </a:lnTo>
                  <a:lnTo>
                    <a:pt x="5841" y="66040"/>
                  </a:lnTo>
                  <a:lnTo>
                    <a:pt x="4317" y="61468"/>
                  </a:lnTo>
                  <a:lnTo>
                    <a:pt x="0" y="32512"/>
                  </a:lnTo>
                  <a:lnTo>
                    <a:pt x="126" y="29210"/>
                  </a:lnTo>
                  <a:lnTo>
                    <a:pt x="5587" y="20193"/>
                  </a:lnTo>
                  <a:lnTo>
                    <a:pt x="7238" y="18923"/>
                  </a:lnTo>
                  <a:lnTo>
                    <a:pt x="8889" y="17780"/>
                  </a:lnTo>
                  <a:lnTo>
                    <a:pt x="11556" y="16383"/>
                  </a:lnTo>
                  <a:lnTo>
                    <a:pt x="15112" y="14731"/>
                  </a:lnTo>
                  <a:lnTo>
                    <a:pt x="18541" y="13081"/>
                  </a:lnTo>
                  <a:lnTo>
                    <a:pt x="23367" y="10922"/>
                  </a:lnTo>
                  <a:lnTo>
                    <a:pt x="29463" y="8381"/>
                  </a:lnTo>
                  <a:lnTo>
                    <a:pt x="35305" y="5842"/>
                  </a:lnTo>
                  <a:lnTo>
                    <a:pt x="40258" y="3937"/>
                  </a:lnTo>
                  <a:lnTo>
                    <a:pt x="44450" y="2540"/>
                  </a:lnTo>
                  <a:lnTo>
                    <a:pt x="48513" y="1143"/>
                  </a:lnTo>
                  <a:lnTo>
                    <a:pt x="51815" y="254"/>
                  </a:lnTo>
                  <a:lnTo>
                    <a:pt x="54482" y="127"/>
                  </a:lnTo>
                  <a:lnTo>
                    <a:pt x="57022" y="0"/>
                  </a:lnTo>
                  <a:lnTo>
                    <a:pt x="64769" y="5206"/>
                  </a:lnTo>
                  <a:lnTo>
                    <a:pt x="65658" y="7238"/>
                  </a:lnTo>
                  <a:lnTo>
                    <a:pt x="66166" y="10160"/>
                  </a:lnTo>
                  <a:lnTo>
                    <a:pt x="66293" y="13716"/>
                  </a:lnTo>
                  <a:lnTo>
                    <a:pt x="66420" y="17272"/>
                  </a:lnTo>
                  <a:lnTo>
                    <a:pt x="69214" y="39878"/>
                  </a:lnTo>
                  <a:lnTo>
                    <a:pt x="70103" y="45212"/>
                  </a:lnTo>
                  <a:lnTo>
                    <a:pt x="71754" y="50546"/>
                  </a:lnTo>
                  <a:lnTo>
                    <a:pt x="74167" y="56134"/>
                  </a:lnTo>
                  <a:lnTo>
                    <a:pt x="76961" y="62737"/>
                  </a:lnTo>
                  <a:lnTo>
                    <a:pt x="108076" y="88518"/>
                  </a:lnTo>
                  <a:lnTo>
                    <a:pt x="152231" y="102875"/>
                  </a:lnTo>
                  <a:lnTo>
                    <a:pt x="189610" y="110109"/>
                  </a:lnTo>
                  <a:lnTo>
                    <a:pt x="425322" y="10287"/>
                  </a:lnTo>
                  <a:lnTo>
                    <a:pt x="427481" y="9398"/>
                  </a:lnTo>
                  <a:lnTo>
                    <a:pt x="443991" y="22098"/>
                  </a:lnTo>
                  <a:lnTo>
                    <a:pt x="446277" y="26162"/>
                  </a:lnTo>
                  <a:lnTo>
                    <a:pt x="457707" y="54356"/>
                  </a:lnTo>
                  <a:lnTo>
                    <a:pt x="458977" y="58800"/>
                  </a:lnTo>
                  <a:lnTo>
                    <a:pt x="459612" y="62484"/>
                  </a:lnTo>
                  <a:lnTo>
                    <a:pt x="459612" y="65531"/>
                  </a:lnTo>
                  <a:lnTo>
                    <a:pt x="459612" y="68453"/>
                  </a:lnTo>
                  <a:lnTo>
                    <a:pt x="459104" y="70738"/>
                  </a:lnTo>
                  <a:lnTo>
                    <a:pt x="457961" y="72262"/>
                  </a:lnTo>
                  <a:lnTo>
                    <a:pt x="456945" y="73787"/>
                  </a:lnTo>
                  <a:lnTo>
                    <a:pt x="455294" y="75056"/>
                  </a:lnTo>
                  <a:lnTo>
                    <a:pt x="453135" y="75946"/>
                  </a:lnTo>
                  <a:lnTo>
                    <a:pt x="94741" y="227837"/>
                  </a:lnTo>
                  <a:lnTo>
                    <a:pt x="92582" y="228727"/>
                  </a:lnTo>
                  <a:lnTo>
                    <a:pt x="90677" y="229108"/>
                  </a:lnTo>
                  <a:lnTo>
                    <a:pt x="88900" y="228854"/>
                  </a:lnTo>
                  <a:lnTo>
                    <a:pt x="87121" y="228727"/>
                  </a:lnTo>
                  <a:lnTo>
                    <a:pt x="65404" y="192405"/>
                  </a:lnTo>
                  <a:lnTo>
                    <a:pt x="62483" y="180975"/>
                  </a:lnTo>
                  <a:lnTo>
                    <a:pt x="62737" y="178435"/>
                  </a:lnTo>
                  <a:lnTo>
                    <a:pt x="69595" y="168402"/>
                  </a:lnTo>
                  <a:lnTo>
                    <a:pt x="121792" y="146304"/>
                  </a:lnTo>
                  <a:lnTo>
                    <a:pt x="75056" y="133477"/>
                  </a:lnTo>
                  <a:lnTo>
                    <a:pt x="37308" y="113821"/>
                  </a:lnTo>
                  <a:lnTo>
                    <a:pt x="13461" y="85725"/>
                  </a:lnTo>
                  <a:lnTo>
                    <a:pt x="10159" y="78105"/>
                  </a:lnTo>
                  <a:close/>
                </a:path>
                <a:path w="794384" h="1072514">
                  <a:moveTo>
                    <a:pt x="192023" y="507365"/>
                  </a:moveTo>
                  <a:lnTo>
                    <a:pt x="183808" y="485644"/>
                  </a:lnTo>
                  <a:lnTo>
                    <a:pt x="177831" y="464661"/>
                  </a:lnTo>
                  <a:lnTo>
                    <a:pt x="174093" y="444392"/>
                  </a:lnTo>
                  <a:lnTo>
                    <a:pt x="172592" y="424815"/>
                  </a:lnTo>
                  <a:lnTo>
                    <a:pt x="173237" y="405953"/>
                  </a:lnTo>
                  <a:lnTo>
                    <a:pt x="187578" y="353822"/>
                  </a:lnTo>
                  <a:lnTo>
                    <a:pt x="219975" y="308602"/>
                  </a:lnTo>
                  <a:lnTo>
                    <a:pt x="251047" y="282529"/>
                  </a:lnTo>
                  <a:lnTo>
                    <a:pt x="289147" y="259911"/>
                  </a:lnTo>
                  <a:lnTo>
                    <a:pt x="332555" y="241581"/>
                  </a:lnTo>
                  <a:lnTo>
                    <a:pt x="375366" y="230254"/>
                  </a:lnTo>
                  <a:lnTo>
                    <a:pt x="416893" y="226306"/>
                  </a:lnTo>
                  <a:lnTo>
                    <a:pt x="436752" y="227234"/>
                  </a:lnTo>
                  <a:lnTo>
                    <a:pt x="474471" y="234950"/>
                  </a:lnTo>
                  <a:lnTo>
                    <a:pt x="525192" y="261578"/>
                  </a:lnTo>
                  <a:lnTo>
                    <a:pt x="554505" y="289742"/>
                  </a:lnTo>
                  <a:lnTo>
                    <a:pt x="578889" y="326509"/>
                  </a:lnTo>
                  <a:lnTo>
                    <a:pt x="597388" y="369847"/>
                  </a:lnTo>
                  <a:lnTo>
                    <a:pt x="607190" y="411186"/>
                  </a:lnTo>
                  <a:lnTo>
                    <a:pt x="608710" y="430784"/>
                  </a:lnTo>
                  <a:lnTo>
                    <a:pt x="608046" y="449645"/>
                  </a:lnTo>
                  <a:lnTo>
                    <a:pt x="593597" y="501777"/>
                  </a:lnTo>
                  <a:lnTo>
                    <a:pt x="561201" y="546818"/>
                  </a:lnTo>
                  <a:lnTo>
                    <a:pt x="529976" y="572744"/>
                  </a:lnTo>
                  <a:lnTo>
                    <a:pt x="491634" y="595362"/>
                  </a:lnTo>
                  <a:lnTo>
                    <a:pt x="448008" y="613765"/>
                  </a:lnTo>
                  <a:lnTo>
                    <a:pt x="405336" y="625143"/>
                  </a:lnTo>
                  <a:lnTo>
                    <a:pt x="363902" y="629314"/>
                  </a:lnTo>
                  <a:lnTo>
                    <a:pt x="344042" y="628475"/>
                  </a:lnTo>
                  <a:lnTo>
                    <a:pt x="306323" y="620903"/>
                  </a:lnTo>
                  <a:lnTo>
                    <a:pt x="255764" y="594256"/>
                  </a:lnTo>
                  <a:lnTo>
                    <a:pt x="226689" y="566158"/>
                  </a:lnTo>
                  <a:lnTo>
                    <a:pt x="202356" y="529201"/>
                  </a:lnTo>
                  <a:lnTo>
                    <a:pt x="192023" y="507365"/>
                  </a:lnTo>
                  <a:close/>
                </a:path>
                <a:path w="794384" h="1072514">
                  <a:moveTo>
                    <a:pt x="271906" y="1055116"/>
                  </a:moveTo>
                  <a:lnTo>
                    <a:pt x="173735" y="823341"/>
                  </a:lnTo>
                  <a:lnTo>
                    <a:pt x="172846" y="821436"/>
                  </a:lnTo>
                  <a:lnTo>
                    <a:pt x="172719" y="819404"/>
                  </a:lnTo>
                  <a:lnTo>
                    <a:pt x="172973" y="817244"/>
                  </a:lnTo>
                  <a:lnTo>
                    <a:pt x="173354" y="815086"/>
                  </a:lnTo>
                  <a:lnTo>
                    <a:pt x="174370" y="812800"/>
                  </a:lnTo>
                  <a:lnTo>
                    <a:pt x="176275" y="810513"/>
                  </a:lnTo>
                  <a:lnTo>
                    <a:pt x="178053" y="808101"/>
                  </a:lnTo>
                  <a:lnTo>
                    <a:pt x="180720" y="805942"/>
                  </a:lnTo>
                  <a:lnTo>
                    <a:pt x="184403" y="803783"/>
                  </a:lnTo>
                  <a:lnTo>
                    <a:pt x="188086" y="801624"/>
                  </a:lnTo>
                  <a:lnTo>
                    <a:pt x="218185" y="791083"/>
                  </a:lnTo>
                  <a:lnTo>
                    <a:pt x="220979" y="791463"/>
                  </a:lnTo>
                  <a:lnTo>
                    <a:pt x="223900" y="791844"/>
                  </a:lnTo>
                  <a:lnTo>
                    <a:pt x="226186" y="792734"/>
                  </a:lnTo>
                  <a:lnTo>
                    <a:pt x="227964" y="794004"/>
                  </a:lnTo>
                  <a:lnTo>
                    <a:pt x="229742" y="795274"/>
                  </a:lnTo>
                  <a:lnTo>
                    <a:pt x="231012" y="796798"/>
                  </a:lnTo>
                  <a:lnTo>
                    <a:pt x="231775" y="798703"/>
                  </a:lnTo>
                  <a:lnTo>
                    <a:pt x="311784" y="987425"/>
                  </a:lnTo>
                  <a:lnTo>
                    <a:pt x="487044" y="913257"/>
                  </a:lnTo>
                  <a:lnTo>
                    <a:pt x="411479" y="734822"/>
                  </a:lnTo>
                  <a:lnTo>
                    <a:pt x="410717" y="732917"/>
                  </a:lnTo>
                  <a:lnTo>
                    <a:pt x="410336" y="731012"/>
                  </a:lnTo>
                  <a:lnTo>
                    <a:pt x="410590" y="728853"/>
                  </a:lnTo>
                  <a:lnTo>
                    <a:pt x="410717" y="726694"/>
                  </a:lnTo>
                  <a:lnTo>
                    <a:pt x="411606" y="724535"/>
                  </a:lnTo>
                  <a:lnTo>
                    <a:pt x="413257" y="722376"/>
                  </a:lnTo>
                  <a:lnTo>
                    <a:pt x="414781" y="720090"/>
                  </a:lnTo>
                  <a:lnTo>
                    <a:pt x="417194" y="717931"/>
                  </a:lnTo>
                  <a:lnTo>
                    <a:pt x="420623" y="715899"/>
                  </a:lnTo>
                  <a:lnTo>
                    <a:pt x="423925" y="713867"/>
                  </a:lnTo>
                  <a:lnTo>
                    <a:pt x="454405" y="703326"/>
                  </a:lnTo>
                  <a:lnTo>
                    <a:pt x="457200" y="703707"/>
                  </a:lnTo>
                  <a:lnTo>
                    <a:pt x="459993" y="704088"/>
                  </a:lnTo>
                  <a:lnTo>
                    <a:pt x="462406" y="704850"/>
                  </a:lnTo>
                  <a:lnTo>
                    <a:pt x="464311" y="706119"/>
                  </a:lnTo>
                  <a:lnTo>
                    <a:pt x="466216" y="707263"/>
                  </a:lnTo>
                  <a:lnTo>
                    <a:pt x="467613" y="708787"/>
                  </a:lnTo>
                  <a:lnTo>
                    <a:pt x="468375" y="710692"/>
                  </a:lnTo>
                  <a:lnTo>
                    <a:pt x="543940" y="889127"/>
                  </a:lnTo>
                  <a:lnTo>
                    <a:pt x="758697" y="798194"/>
                  </a:lnTo>
                  <a:lnTo>
                    <a:pt x="760476" y="797433"/>
                  </a:lnTo>
                  <a:lnTo>
                    <a:pt x="762507" y="797179"/>
                  </a:lnTo>
                  <a:lnTo>
                    <a:pt x="764666" y="797560"/>
                  </a:lnTo>
                  <a:lnTo>
                    <a:pt x="766826" y="797813"/>
                  </a:lnTo>
                  <a:lnTo>
                    <a:pt x="768984" y="799084"/>
                  </a:lnTo>
                  <a:lnTo>
                    <a:pt x="788542" y="833374"/>
                  </a:lnTo>
                  <a:lnTo>
                    <a:pt x="791844" y="843788"/>
                  </a:lnTo>
                  <a:lnTo>
                    <a:pt x="793114" y="848613"/>
                  </a:lnTo>
                  <a:lnTo>
                    <a:pt x="793750" y="852551"/>
                  </a:lnTo>
                  <a:lnTo>
                    <a:pt x="794003" y="855599"/>
                  </a:lnTo>
                  <a:lnTo>
                    <a:pt x="794130" y="858647"/>
                  </a:lnTo>
                  <a:lnTo>
                    <a:pt x="793622" y="861060"/>
                  </a:lnTo>
                  <a:lnTo>
                    <a:pt x="792352" y="862838"/>
                  </a:lnTo>
                  <a:lnTo>
                    <a:pt x="791082" y="864616"/>
                  </a:lnTo>
                  <a:lnTo>
                    <a:pt x="789558" y="865886"/>
                  </a:lnTo>
                  <a:lnTo>
                    <a:pt x="787653" y="866648"/>
                  </a:lnTo>
                  <a:lnTo>
                    <a:pt x="310514" y="1068832"/>
                  </a:lnTo>
                  <a:lnTo>
                    <a:pt x="303156" y="1071330"/>
                  </a:lnTo>
                  <a:lnTo>
                    <a:pt x="296513" y="1072340"/>
                  </a:lnTo>
                  <a:lnTo>
                    <a:pt x="290583" y="1071850"/>
                  </a:lnTo>
                  <a:lnTo>
                    <a:pt x="285368" y="1069848"/>
                  </a:lnTo>
                  <a:lnTo>
                    <a:pt x="278891" y="1066165"/>
                  </a:lnTo>
                  <a:lnTo>
                    <a:pt x="274446" y="1061212"/>
                  </a:lnTo>
                  <a:lnTo>
                    <a:pt x="271906" y="105511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10200" y="2286000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w="0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12140" y="744791"/>
            <a:ext cx="1014094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Welcome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2140" y="1070673"/>
            <a:ext cx="4103370" cy="49282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70534">
              <a:lnSpc>
                <a:spcPct val="100000"/>
              </a:lnSpc>
              <a:spcBef>
                <a:spcPts val="86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Recap</a:t>
            </a:r>
            <a:endParaRPr sz="155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77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Today’s</a:t>
            </a:r>
            <a:r>
              <a:rPr dirty="0" sz="15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Drawing</a:t>
            </a:r>
            <a:r>
              <a:rPr dirty="0" sz="20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Interaction</a:t>
            </a:r>
            <a:endParaRPr sz="2000">
              <a:latin typeface="Calibri"/>
              <a:cs typeface="Calibri"/>
            </a:endParaRPr>
          </a:p>
          <a:p>
            <a:pPr marL="470534" marR="1265555">
              <a:lnSpc>
                <a:spcPct val="123200"/>
              </a:lnSpc>
              <a:spcBef>
                <a:spcPts val="47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Cartesian</a:t>
            </a:r>
            <a:r>
              <a:rPr dirty="0" sz="15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Coordinate</a:t>
            </a:r>
            <a:r>
              <a:rPr dirty="0" sz="155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Colour</a:t>
            </a:r>
            <a:r>
              <a:rPr dirty="0" sz="15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Theory</a:t>
            </a:r>
            <a:r>
              <a:rPr dirty="0" sz="155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basics Interactivity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FFFF00"/>
                </a:solidFill>
                <a:latin typeface="Calibri"/>
                <a:cs typeface="Calibri"/>
              </a:rPr>
              <a:t>BREAK</a:t>
            </a:r>
            <a:r>
              <a:rPr dirty="0" sz="2000" spc="-25" b="1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FF00"/>
                </a:solidFill>
                <a:latin typeface="Calibri"/>
                <a:cs typeface="Calibri"/>
              </a:rPr>
              <a:t>(10:30–10:45)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Coding</a:t>
            </a:r>
            <a:r>
              <a:rPr dirty="0" sz="20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endParaRPr sz="2000">
              <a:latin typeface="Calibri"/>
              <a:cs typeface="Calibri"/>
            </a:endParaRPr>
          </a:p>
          <a:p>
            <a:pPr marL="470534" marR="5080">
              <a:lnSpc>
                <a:spcPts val="2700"/>
              </a:lnSpc>
              <a:spcBef>
                <a:spcPts val="22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Shapes</a:t>
            </a:r>
            <a:r>
              <a:rPr dirty="0" sz="15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dirty="0" sz="155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5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mouse</a:t>
            </a:r>
            <a:r>
              <a:rPr dirty="0" sz="15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5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dirty="0" sz="15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colour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Invert</a:t>
            </a:r>
            <a:r>
              <a:rPr dirty="0" sz="15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movement</a:t>
            </a:r>
            <a:r>
              <a:rPr dirty="0" sz="15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5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dirty="0" sz="15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background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Q&amp;A</a:t>
            </a:r>
            <a:endParaRPr sz="20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905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Brief</a:t>
            </a:r>
            <a:r>
              <a:rPr dirty="0" sz="15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15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5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sketches</a:t>
            </a:r>
            <a:endParaRPr sz="155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84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5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tomorrow…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68997" y="4390707"/>
            <a:ext cx="2512695" cy="136906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47625">
              <a:lnSpc>
                <a:spcPts val="5260"/>
              </a:lnSpc>
              <a:spcBef>
                <a:spcPts val="254"/>
              </a:spcBef>
            </a:pPr>
            <a:r>
              <a:rPr dirty="0" sz="4400">
                <a:latin typeface="Calibri"/>
                <a:cs typeface="Calibri"/>
              </a:rPr>
              <a:t>Drawing</a:t>
            </a:r>
            <a:r>
              <a:rPr dirty="0" sz="4400" spc="-185">
                <a:latin typeface="Calibri"/>
                <a:cs typeface="Calibri"/>
              </a:rPr>
              <a:t> </a:t>
            </a:r>
            <a:r>
              <a:rPr dirty="0" sz="4400" spc="-50">
                <a:latin typeface="Calibri"/>
                <a:cs typeface="Calibri"/>
              </a:rPr>
              <a:t>&amp; </a:t>
            </a:r>
            <a:r>
              <a:rPr dirty="0" sz="4400" spc="-25">
                <a:latin typeface="Calibri"/>
                <a:cs typeface="Calibri"/>
              </a:rPr>
              <a:t>Interaction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285228" y="4530344"/>
            <a:ext cx="1521460" cy="1776095"/>
          </a:xfrm>
          <a:custGeom>
            <a:avLst/>
            <a:gdLst/>
            <a:ahLst/>
            <a:cxnLst/>
            <a:rect l="l" t="t" r="r" b="b"/>
            <a:pathLst>
              <a:path w="1521459" h="1776095">
                <a:moveTo>
                  <a:pt x="1518412" y="0"/>
                </a:moveTo>
                <a:lnTo>
                  <a:pt x="1520407" y="50800"/>
                </a:lnTo>
                <a:lnTo>
                  <a:pt x="1521011" y="101526"/>
                </a:lnTo>
                <a:lnTo>
                  <a:pt x="1520242" y="152141"/>
                </a:lnTo>
                <a:lnTo>
                  <a:pt x="1518123" y="202611"/>
                </a:lnTo>
                <a:lnTo>
                  <a:pt x="1514675" y="252902"/>
                </a:lnTo>
                <a:lnTo>
                  <a:pt x="1509919" y="302979"/>
                </a:lnTo>
                <a:lnTo>
                  <a:pt x="1503876" y="352807"/>
                </a:lnTo>
                <a:lnTo>
                  <a:pt x="1496568" y="402352"/>
                </a:lnTo>
                <a:lnTo>
                  <a:pt x="1488015" y="451579"/>
                </a:lnTo>
                <a:lnTo>
                  <a:pt x="1478238" y="500454"/>
                </a:lnTo>
                <a:lnTo>
                  <a:pt x="1467259" y="548942"/>
                </a:lnTo>
                <a:lnTo>
                  <a:pt x="1455100" y="597008"/>
                </a:lnTo>
                <a:lnTo>
                  <a:pt x="1441780" y="644618"/>
                </a:lnTo>
                <a:lnTo>
                  <a:pt x="1427322" y="691737"/>
                </a:lnTo>
                <a:lnTo>
                  <a:pt x="1411747" y="738331"/>
                </a:lnTo>
                <a:lnTo>
                  <a:pt x="1395075" y="784364"/>
                </a:lnTo>
                <a:lnTo>
                  <a:pt x="1377329" y="829803"/>
                </a:lnTo>
                <a:lnTo>
                  <a:pt x="1358528" y="874613"/>
                </a:lnTo>
                <a:lnTo>
                  <a:pt x="1338695" y="918758"/>
                </a:lnTo>
                <a:lnTo>
                  <a:pt x="1317850" y="962205"/>
                </a:lnTo>
                <a:lnTo>
                  <a:pt x="1296015" y="1004919"/>
                </a:lnTo>
                <a:lnTo>
                  <a:pt x="1273211" y="1046866"/>
                </a:lnTo>
                <a:lnTo>
                  <a:pt x="1249458" y="1088010"/>
                </a:lnTo>
                <a:lnTo>
                  <a:pt x="1224779" y="1128316"/>
                </a:lnTo>
                <a:lnTo>
                  <a:pt x="1199195" y="1167752"/>
                </a:lnTo>
                <a:lnTo>
                  <a:pt x="1172726" y="1206281"/>
                </a:lnTo>
                <a:lnTo>
                  <a:pt x="1145394" y="1243869"/>
                </a:lnTo>
                <a:lnTo>
                  <a:pt x="1117219" y="1280482"/>
                </a:lnTo>
                <a:lnTo>
                  <a:pt x="1088224" y="1316086"/>
                </a:lnTo>
                <a:lnTo>
                  <a:pt x="1058429" y="1350644"/>
                </a:lnTo>
                <a:lnTo>
                  <a:pt x="1027856" y="1384123"/>
                </a:lnTo>
                <a:lnTo>
                  <a:pt x="996525" y="1416489"/>
                </a:lnTo>
                <a:lnTo>
                  <a:pt x="964458" y="1447706"/>
                </a:lnTo>
                <a:lnTo>
                  <a:pt x="931676" y="1477739"/>
                </a:lnTo>
                <a:lnTo>
                  <a:pt x="898201" y="1506556"/>
                </a:lnTo>
                <a:lnTo>
                  <a:pt x="864052" y="1534120"/>
                </a:lnTo>
                <a:lnTo>
                  <a:pt x="829253" y="1560397"/>
                </a:lnTo>
                <a:lnTo>
                  <a:pt x="793823" y="1585352"/>
                </a:lnTo>
                <a:lnTo>
                  <a:pt x="757784" y="1608952"/>
                </a:lnTo>
                <a:lnTo>
                  <a:pt x="721157" y="1631161"/>
                </a:lnTo>
                <a:lnTo>
                  <a:pt x="683963" y="1651944"/>
                </a:lnTo>
                <a:lnTo>
                  <a:pt x="646224" y="1671268"/>
                </a:lnTo>
                <a:lnTo>
                  <a:pt x="607961" y="1689097"/>
                </a:lnTo>
                <a:lnTo>
                  <a:pt x="569194" y="1705397"/>
                </a:lnTo>
                <a:lnTo>
                  <a:pt x="529946" y="1720133"/>
                </a:lnTo>
                <a:lnTo>
                  <a:pt x="490236" y="1733271"/>
                </a:lnTo>
                <a:lnTo>
                  <a:pt x="450088" y="1744776"/>
                </a:lnTo>
                <a:lnTo>
                  <a:pt x="399239" y="1756792"/>
                </a:lnTo>
                <a:lnTo>
                  <a:pt x="348427" y="1765933"/>
                </a:lnTo>
                <a:lnTo>
                  <a:pt x="297725" y="1772197"/>
                </a:lnTo>
                <a:lnTo>
                  <a:pt x="247209" y="1775585"/>
                </a:lnTo>
                <a:lnTo>
                  <a:pt x="196952" y="1776095"/>
                </a:lnTo>
                <a:lnTo>
                  <a:pt x="147028" y="1773727"/>
                </a:lnTo>
                <a:lnTo>
                  <a:pt x="97512" y="1768480"/>
                </a:lnTo>
                <a:lnTo>
                  <a:pt x="48478" y="1760354"/>
                </a:lnTo>
                <a:lnTo>
                  <a:pt x="0" y="1749348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218257" y="1160029"/>
            <a:ext cx="2708910" cy="2041525"/>
            <a:chOff x="3218257" y="1160029"/>
            <a:chExt cx="2708910" cy="2041525"/>
          </a:xfrm>
        </p:grpSpPr>
        <p:sp>
          <p:nvSpPr>
            <p:cNvPr id="5" name="object 5" descr=""/>
            <p:cNvSpPr/>
            <p:nvPr/>
          </p:nvSpPr>
          <p:spPr>
            <a:xfrm>
              <a:off x="3233474" y="2153666"/>
              <a:ext cx="2678430" cy="1032510"/>
            </a:xfrm>
            <a:custGeom>
              <a:avLst/>
              <a:gdLst/>
              <a:ahLst/>
              <a:cxnLst/>
              <a:rect l="l" t="t" r="r" b="b"/>
              <a:pathLst>
                <a:path w="2678429" h="1032510">
                  <a:moveTo>
                    <a:pt x="2163286" y="0"/>
                  </a:moveTo>
                  <a:lnTo>
                    <a:pt x="2130349" y="6125"/>
                  </a:lnTo>
                  <a:lnTo>
                    <a:pt x="2101033" y="24500"/>
                  </a:lnTo>
                  <a:lnTo>
                    <a:pt x="2079927" y="53976"/>
                  </a:lnTo>
                  <a:lnTo>
                    <a:pt x="2072037" y="88079"/>
                  </a:lnTo>
                  <a:lnTo>
                    <a:pt x="2077509" y="122653"/>
                  </a:lnTo>
                  <a:lnTo>
                    <a:pt x="2096488" y="153545"/>
                  </a:lnTo>
                  <a:lnTo>
                    <a:pt x="2366766" y="423809"/>
                  </a:lnTo>
                  <a:lnTo>
                    <a:pt x="91310" y="423809"/>
                  </a:lnTo>
                  <a:lnTo>
                    <a:pt x="55767" y="430982"/>
                  </a:lnTo>
                  <a:lnTo>
                    <a:pt x="26743" y="450546"/>
                  </a:lnTo>
                  <a:lnTo>
                    <a:pt x="7175" y="479568"/>
                  </a:lnTo>
                  <a:lnTo>
                    <a:pt x="0" y="515114"/>
                  </a:lnTo>
                  <a:lnTo>
                    <a:pt x="7175" y="550661"/>
                  </a:lnTo>
                  <a:lnTo>
                    <a:pt x="26743" y="579683"/>
                  </a:lnTo>
                  <a:lnTo>
                    <a:pt x="55767" y="599247"/>
                  </a:lnTo>
                  <a:lnTo>
                    <a:pt x="91310" y="606420"/>
                  </a:lnTo>
                  <a:lnTo>
                    <a:pt x="2366766" y="606420"/>
                  </a:lnTo>
                  <a:lnTo>
                    <a:pt x="2096488" y="876685"/>
                  </a:lnTo>
                  <a:lnTo>
                    <a:pt x="2076446" y="906886"/>
                  </a:lnTo>
                  <a:lnTo>
                    <a:pt x="2069765" y="941222"/>
                  </a:lnTo>
                  <a:lnTo>
                    <a:pt x="2076446" y="975551"/>
                  </a:lnTo>
                  <a:lnTo>
                    <a:pt x="2096488" y="1005730"/>
                  </a:lnTo>
                  <a:lnTo>
                    <a:pt x="2126668" y="1025748"/>
                  </a:lnTo>
                  <a:lnTo>
                    <a:pt x="2160999" y="1032421"/>
                  </a:lnTo>
                  <a:lnTo>
                    <a:pt x="2195337" y="1025748"/>
                  </a:lnTo>
                  <a:lnTo>
                    <a:pt x="2225540" y="1005730"/>
                  </a:lnTo>
                  <a:lnTo>
                    <a:pt x="2651654" y="579637"/>
                  </a:lnTo>
                  <a:lnTo>
                    <a:pt x="2671673" y="549459"/>
                  </a:lnTo>
                  <a:lnTo>
                    <a:pt x="2678347" y="515130"/>
                  </a:lnTo>
                  <a:lnTo>
                    <a:pt x="2671673" y="480793"/>
                  </a:lnTo>
                  <a:lnTo>
                    <a:pt x="2651654" y="450592"/>
                  </a:lnTo>
                  <a:lnTo>
                    <a:pt x="2225540" y="24500"/>
                  </a:lnTo>
                  <a:lnTo>
                    <a:pt x="2196224" y="6125"/>
                  </a:lnTo>
                  <a:lnTo>
                    <a:pt x="216328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33474" y="2153666"/>
              <a:ext cx="2678430" cy="1032510"/>
            </a:xfrm>
            <a:custGeom>
              <a:avLst/>
              <a:gdLst/>
              <a:ahLst/>
              <a:cxnLst/>
              <a:rect l="l" t="t" r="r" b="b"/>
              <a:pathLst>
                <a:path w="2678429" h="1032510">
                  <a:moveTo>
                    <a:pt x="91310" y="423809"/>
                  </a:moveTo>
                  <a:lnTo>
                    <a:pt x="2366766" y="423809"/>
                  </a:lnTo>
                  <a:lnTo>
                    <a:pt x="2096488" y="153545"/>
                  </a:lnTo>
                  <a:lnTo>
                    <a:pt x="2077509" y="122653"/>
                  </a:lnTo>
                  <a:lnTo>
                    <a:pt x="2079927" y="53976"/>
                  </a:lnTo>
                  <a:lnTo>
                    <a:pt x="2130349" y="6125"/>
                  </a:lnTo>
                  <a:lnTo>
                    <a:pt x="2163286" y="0"/>
                  </a:lnTo>
                  <a:lnTo>
                    <a:pt x="2196224" y="6125"/>
                  </a:lnTo>
                  <a:lnTo>
                    <a:pt x="2225540" y="24500"/>
                  </a:lnTo>
                  <a:lnTo>
                    <a:pt x="2651654" y="450592"/>
                  </a:lnTo>
                  <a:lnTo>
                    <a:pt x="2671673" y="480793"/>
                  </a:lnTo>
                  <a:lnTo>
                    <a:pt x="2678347" y="515130"/>
                  </a:lnTo>
                  <a:lnTo>
                    <a:pt x="2671673" y="549459"/>
                  </a:lnTo>
                  <a:lnTo>
                    <a:pt x="2651654" y="579637"/>
                  </a:lnTo>
                  <a:lnTo>
                    <a:pt x="2225540" y="1005730"/>
                  </a:lnTo>
                  <a:lnTo>
                    <a:pt x="2195337" y="1025748"/>
                  </a:lnTo>
                  <a:lnTo>
                    <a:pt x="2160999" y="1032421"/>
                  </a:lnTo>
                  <a:lnTo>
                    <a:pt x="2126668" y="1025748"/>
                  </a:lnTo>
                  <a:lnTo>
                    <a:pt x="2096488" y="1005730"/>
                  </a:lnTo>
                  <a:lnTo>
                    <a:pt x="2076446" y="975551"/>
                  </a:lnTo>
                  <a:lnTo>
                    <a:pt x="2069765" y="941222"/>
                  </a:lnTo>
                  <a:lnTo>
                    <a:pt x="2076446" y="906886"/>
                  </a:lnTo>
                  <a:lnTo>
                    <a:pt x="2096488" y="876685"/>
                  </a:lnTo>
                  <a:lnTo>
                    <a:pt x="2366766" y="606420"/>
                  </a:lnTo>
                  <a:lnTo>
                    <a:pt x="91310" y="606420"/>
                  </a:lnTo>
                  <a:lnTo>
                    <a:pt x="55767" y="599247"/>
                  </a:lnTo>
                  <a:lnTo>
                    <a:pt x="26743" y="579683"/>
                  </a:lnTo>
                  <a:lnTo>
                    <a:pt x="7175" y="550661"/>
                  </a:lnTo>
                  <a:lnTo>
                    <a:pt x="0" y="515114"/>
                  </a:lnTo>
                  <a:lnTo>
                    <a:pt x="7175" y="479568"/>
                  </a:lnTo>
                  <a:lnTo>
                    <a:pt x="26743" y="450546"/>
                  </a:lnTo>
                  <a:lnTo>
                    <a:pt x="55767" y="430982"/>
                  </a:lnTo>
                  <a:lnTo>
                    <a:pt x="91310" y="423809"/>
                  </a:lnTo>
                </a:path>
              </a:pathLst>
            </a:custGeom>
            <a:ln w="3043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33553" y="1175246"/>
              <a:ext cx="2678430" cy="1036955"/>
            </a:xfrm>
            <a:custGeom>
              <a:avLst/>
              <a:gdLst/>
              <a:ahLst/>
              <a:cxnLst/>
              <a:rect l="l" t="t" r="r" b="b"/>
              <a:pathLst>
                <a:path w="2678429" h="1036955">
                  <a:moveTo>
                    <a:pt x="522841" y="0"/>
                  </a:moveTo>
                  <a:lnTo>
                    <a:pt x="455789" y="25910"/>
                  </a:lnTo>
                  <a:lnTo>
                    <a:pt x="26705" y="455086"/>
                  </a:lnTo>
                  <a:lnTo>
                    <a:pt x="0" y="519624"/>
                  </a:lnTo>
                  <a:lnTo>
                    <a:pt x="6676" y="553953"/>
                  </a:lnTo>
                  <a:lnTo>
                    <a:pt x="26705" y="584132"/>
                  </a:lnTo>
                  <a:lnTo>
                    <a:pt x="452827" y="1010224"/>
                  </a:lnTo>
                  <a:lnTo>
                    <a:pt x="483007" y="1030243"/>
                  </a:lnTo>
                  <a:lnTo>
                    <a:pt x="517337" y="1036916"/>
                  </a:lnTo>
                  <a:lnTo>
                    <a:pt x="551676" y="1030243"/>
                  </a:lnTo>
                  <a:lnTo>
                    <a:pt x="581878" y="1010224"/>
                  </a:lnTo>
                  <a:lnTo>
                    <a:pt x="601898" y="980046"/>
                  </a:lnTo>
                  <a:lnTo>
                    <a:pt x="608571" y="945717"/>
                  </a:lnTo>
                  <a:lnTo>
                    <a:pt x="601898" y="911380"/>
                  </a:lnTo>
                  <a:lnTo>
                    <a:pt x="581878" y="881179"/>
                  </a:lnTo>
                  <a:lnTo>
                    <a:pt x="311600" y="610914"/>
                  </a:lnTo>
                  <a:lnTo>
                    <a:pt x="2587049" y="610915"/>
                  </a:lnTo>
                  <a:lnTo>
                    <a:pt x="2622580" y="603742"/>
                  </a:lnTo>
                  <a:lnTo>
                    <a:pt x="2651605" y="584177"/>
                  </a:lnTo>
                  <a:lnTo>
                    <a:pt x="2671180" y="555156"/>
                  </a:lnTo>
                  <a:lnTo>
                    <a:pt x="2678359" y="519609"/>
                  </a:lnTo>
                  <a:lnTo>
                    <a:pt x="2671180" y="484063"/>
                  </a:lnTo>
                  <a:lnTo>
                    <a:pt x="2651605" y="455041"/>
                  </a:lnTo>
                  <a:lnTo>
                    <a:pt x="2622580" y="435477"/>
                  </a:lnTo>
                  <a:lnTo>
                    <a:pt x="2587049" y="428304"/>
                  </a:lnTo>
                  <a:lnTo>
                    <a:pt x="311600" y="428303"/>
                  </a:lnTo>
                  <a:lnTo>
                    <a:pt x="581878" y="158039"/>
                  </a:lnTo>
                  <a:lnTo>
                    <a:pt x="602985" y="128563"/>
                  </a:lnTo>
                  <a:lnTo>
                    <a:pt x="610874" y="94460"/>
                  </a:lnTo>
                  <a:lnTo>
                    <a:pt x="605402" y="59886"/>
                  </a:lnTo>
                  <a:lnTo>
                    <a:pt x="586423" y="28994"/>
                  </a:lnTo>
                  <a:lnTo>
                    <a:pt x="556946" y="7889"/>
                  </a:lnTo>
                  <a:lnTo>
                    <a:pt x="52284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33553" y="1175246"/>
              <a:ext cx="2678430" cy="1036955"/>
            </a:xfrm>
            <a:custGeom>
              <a:avLst/>
              <a:gdLst/>
              <a:ahLst/>
              <a:cxnLst/>
              <a:rect l="l" t="t" r="r" b="b"/>
              <a:pathLst>
                <a:path w="2678429" h="1036955">
                  <a:moveTo>
                    <a:pt x="2587049" y="428304"/>
                  </a:moveTo>
                  <a:lnTo>
                    <a:pt x="311600" y="428303"/>
                  </a:lnTo>
                  <a:lnTo>
                    <a:pt x="581878" y="158039"/>
                  </a:lnTo>
                  <a:lnTo>
                    <a:pt x="602985" y="128563"/>
                  </a:lnTo>
                  <a:lnTo>
                    <a:pt x="610874" y="94460"/>
                  </a:lnTo>
                  <a:lnTo>
                    <a:pt x="605402" y="59886"/>
                  </a:lnTo>
                  <a:lnTo>
                    <a:pt x="586423" y="28994"/>
                  </a:lnTo>
                  <a:lnTo>
                    <a:pt x="556946" y="7889"/>
                  </a:lnTo>
                  <a:lnTo>
                    <a:pt x="522841" y="0"/>
                  </a:lnTo>
                  <a:lnTo>
                    <a:pt x="488265" y="5471"/>
                  </a:lnTo>
                  <a:lnTo>
                    <a:pt x="457372" y="24449"/>
                  </a:lnTo>
                  <a:lnTo>
                    <a:pt x="455789" y="25910"/>
                  </a:lnTo>
                  <a:lnTo>
                    <a:pt x="454288" y="27411"/>
                  </a:lnTo>
                  <a:lnTo>
                    <a:pt x="452827" y="28994"/>
                  </a:lnTo>
                  <a:lnTo>
                    <a:pt x="26705" y="455086"/>
                  </a:lnTo>
                  <a:lnTo>
                    <a:pt x="6676" y="485288"/>
                  </a:lnTo>
                  <a:lnTo>
                    <a:pt x="0" y="519624"/>
                  </a:lnTo>
                  <a:lnTo>
                    <a:pt x="6676" y="553953"/>
                  </a:lnTo>
                  <a:lnTo>
                    <a:pt x="26705" y="584132"/>
                  </a:lnTo>
                  <a:lnTo>
                    <a:pt x="452827" y="1010224"/>
                  </a:lnTo>
                  <a:lnTo>
                    <a:pt x="483007" y="1030243"/>
                  </a:lnTo>
                  <a:lnTo>
                    <a:pt x="517337" y="1036916"/>
                  </a:lnTo>
                  <a:lnTo>
                    <a:pt x="551676" y="1030243"/>
                  </a:lnTo>
                  <a:lnTo>
                    <a:pt x="581878" y="1010224"/>
                  </a:lnTo>
                  <a:lnTo>
                    <a:pt x="601898" y="980046"/>
                  </a:lnTo>
                  <a:lnTo>
                    <a:pt x="608571" y="945717"/>
                  </a:lnTo>
                  <a:lnTo>
                    <a:pt x="601898" y="911380"/>
                  </a:lnTo>
                  <a:lnTo>
                    <a:pt x="581878" y="881179"/>
                  </a:lnTo>
                  <a:lnTo>
                    <a:pt x="311600" y="610914"/>
                  </a:lnTo>
                  <a:lnTo>
                    <a:pt x="2587049" y="610915"/>
                  </a:lnTo>
                  <a:lnTo>
                    <a:pt x="2622580" y="603742"/>
                  </a:lnTo>
                  <a:lnTo>
                    <a:pt x="2651605" y="584177"/>
                  </a:lnTo>
                  <a:lnTo>
                    <a:pt x="2671180" y="555156"/>
                  </a:lnTo>
                  <a:lnTo>
                    <a:pt x="2678359" y="519609"/>
                  </a:lnTo>
                  <a:lnTo>
                    <a:pt x="2671180" y="484063"/>
                  </a:lnTo>
                  <a:lnTo>
                    <a:pt x="2651605" y="455041"/>
                  </a:lnTo>
                  <a:lnTo>
                    <a:pt x="2622580" y="435477"/>
                  </a:lnTo>
                  <a:lnTo>
                    <a:pt x="2587049" y="428304"/>
                  </a:lnTo>
                </a:path>
              </a:pathLst>
            </a:custGeom>
            <a:ln w="3043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11015" y="3998277"/>
            <a:ext cx="4582160" cy="159004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55600" marR="5080" indent="-343535">
              <a:lnSpc>
                <a:spcPts val="165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FF0000"/>
                </a:solidFill>
                <a:latin typeface="Calibri"/>
                <a:cs typeface="Calibri"/>
              </a:rPr>
              <a:t>mouseX</a:t>
            </a:r>
            <a:r>
              <a:rPr dirty="0" sz="15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0000"/>
                </a:solidFill>
                <a:latin typeface="Calibri"/>
                <a:cs typeface="Calibri"/>
              </a:rPr>
              <a:t>mouseY</a:t>
            </a:r>
            <a:r>
              <a:rPr dirty="0" sz="15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are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built-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variables</a:t>
            </a:r>
            <a:r>
              <a:rPr dirty="0" sz="1500" spc="2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in </a:t>
            </a:r>
            <a:r>
              <a:rPr dirty="0" sz="1500">
                <a:latin typeface="Calibri"/>
                <a:cs typeface="Calibri"/>
              </a:rPr>
              <a:t>Processing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that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store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current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horizontal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</a:t>
            </a:r>
            <a:r>
              <a:rPr dirty="0" sz="150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dirty="0" sz="1500">
                <a:latin typeface="Calibri"/>
                <a:cs typeface="Calibri"/>
              </a:rPr>
              <a:t>)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and </a:t>
            </a:r>
            <a:r>
              <a:rPr dirty="0" sz="1500">
                <a:latin typeface="Calibri"/>
                <a:cs typeface="Calibri"/>
              </a:rPr>
              <a:t>vertical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</a:t>
            </a:r>
            <a:r>
              <a:rPr dirty="0" sz="1500">
                <a:solidFill>
                  <a:srgbClr val="00AF50"/>
                </a:solidFill>
                <a:latin typeface="Calibri"/>
                <a:cs typeface="Calibri"/>
              </a:rPr>
              <a:t>y</a:t>
            </a:r>
            <a:r>
              <a:rPr dirty="0" sz="1500">
                <a:latin typeface="Calibri"/>
                <a:cs typeface="Calibri"/>
              </a:rPr>
              <a:t>)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position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your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mouse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 spc="-30">
                <a:latin typeface="Calibri"/>
                <a:cs typeface="Calibri"/>
              </a:rPr>
              <a:t>cursor,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respectively.</a:t>
            </a:r>
            <a:endParaRPr sz="1500">
              <a:latin typeface="Calibri"/>
              <a:cs typeface="Calibri"/>
            </a:endParaRPr>
          </a:p>
          <a:p>
            <a:pPr marL="355600" marR="154940" indent="-343535">
              <a:lnSpc>
                <a:spcPts val="1650"/>
              </a:lnSpc>
              <a:spcBef>
                <a:spcPts val="3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00">
                <a:latin typeface="Calibri"/>
                <a:cs typeface="Calibri"/>
              </a:rPr>
              <a:t>These</a:t>
            </a:r>
            <a:r>
              <a:rPr dirty="0" sz="1500" spc="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values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are</a:t>
            </a:r>
            <a:r>
              <a:rPr dirty="0" sz="1500" spc="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updated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automatically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you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move </a:t>
            </a:r>
            <a:r>
              <a:rPr dirty="0" sz="1500">
                <a:latin typeface="Calibri"/>
                <a:cs typeface="Calibri"/>
              </a:rPr>
              <a:t>your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mouse </a:t>
            </a:r>
            <a:r>
              <a:rPr dirty="0" sz="1500" spc="-10">
                <a:latin typeface="Calibri"/>
                <a:cs typeface="Calibri"/>
              </a:rPr>
              <a:t>around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within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window.</a:t>
            </a:r>
            <a:endParaRPr sz="1500">
              <a:latin typeface="Calibri"/>
              <a:cs typeface="Calibri"/>
            </a:endParaRPr>
          </a:p>
          <a:p>
            <a:pPr marL="355600" marR="516255" indent="-343535">
              <a:lnSpc>
                <a:spcPts val="1650"/>
              </a:lnSpc>
              <a:spcBef>
                <a:spcPts val="3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00" spc="-20">
                <a:latin typeface="Calibri"/>
                <a:cs typeface="Calibri"/>
              </a:rPr>
              <a:t>You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can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use</a:t>
            </a:r>
            <a:r>
              <a:rPr dirty="0" sz="1500" spc="-8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these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variables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create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interactive experiences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your</a:t>
            </a:r>
            <a:r>
              <a:rPr dirty="0" sz="1500" spc="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Processing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sketches.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44" y="714755"/>
            <a:ext cx="1830705" cy="956310"/>
          </a:xfrm>
          <a:prstGeom prst="rect"/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70"/>
              </a:spcBef>
            </a:pPr>
            <a:r>
              <a:rPr dirty="0" sz="3200" spc="-10"/>
              <a:t>Drawing</a:t>
            </a:r>
            <a:r>
              <a:rPr dirty="0" sz="3200" spc="-120"/>
              <a:t> </a:t>
            </a:r>
            <a:r>
              <a:rPr dirty="0" sz="3200" spc="-50"/>
              <a:t>&amp; </a:t>
            </a:r>
            <a:r>
              <a:rPr dirty="0" sz="3200" spc="-25"/>
              <a:t>Interaction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466725" y="1943100"/>
            <a:ext cx="3009900" cy="28575"/>
          </a:xfrm>
          <a:custGeom>
            <a:avLst/>
            <a:gdLst/>
            <a:ahLst/>
            <a:cxnLst/>
            <a:rect l="l" t="t" r="r" b="b"/>
            <a:pathLst>
              <a:path w="3009900" h="28575">
                <a:moveTo>
                  <a:pt x="3009900" y="0"/>
                </a:moveTo>
                <a:lnTo>
                  <a:pt x="0" y="0"/>
                </a:lnTo>
                <a:lnTo>
                  <a:pt x="0" y="28575"/>
                </a:lnTo>
                <a:lnTo>
                  <a:pt x="3009900" y="28575"/>
                </a:lnTo>
                <a:lnTo>
                  <a:pt x="30099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3244" y="2127250"/>
            <a:ext cx="3034665" cy="32797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10795" indent="227965">
              <a:lnSpc>
                <a:spcPct val="94200"/>
              </a:lnSpc>
              <a:spcBef>
                <a:spcPts val="229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this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example,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whenever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you </a:t>
            </a:r>
            <a:r>
              <a:rPr dirty="0" sz="1550">
                <a:latin typeface="Calibri"/>
                <a:cs typeface="Calibri"/>
              </a:rPr>
              <a:t>move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your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mouse</a:t>
            </a:r>
            <a:r>
              <a:rPr dirty="0" sz="1550" spc="1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around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within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the </a:t>
            </a:r>
            <a:r>
              <a:rPr dirty="0" sz="1550">
                <a:latin typeface="Calibri"/>
                <a:cs typeface="Calibri"/>
              </a:rPr>
              <a:t>window,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black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circle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will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follow</a:t>
            </a:r>
            <a:r>
              <a:rPr dirty="0" sz="1550" spc="15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its </a:t>
            </a:r>
            <a:r>
              <a:rPr dirty="0" sz="1550" spc="-10">
                <a:latin typeface="Calibri"/>
                <a:cs typeface="Calibri"/>
              </a:rPr>
              <a:t>cursor.</a:t>
            </a:r>
            <a:endParaRPr sz="1550">
              <a:latin typeface="Calibri"/>
              <a:cs typeface="Calibri"/>
            </a:endParaRPr>
          </a:p>
          <a:p>
            <a:pPr marL="12700" marR="290830" indent="227965">
              <a:lnSpc>
                <a:spcPts val="1730"/>
              </a:lnSpc>
              <a:spcBef>
                <a:spcPts val="6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0000"/>
                </a:solidFill>
                <a:latin typeface="Calibri"/>
                <a:cs typeface="Calibri"/>
              </a:rPr>
              <a:t>ellipse()</a:t>
            </a:r>
            <a:r>
              <a:rPr dirty="0" sz="1550" spc="1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function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called </a:t>
            </a:r>
            <a:r>
              <a:rPr dirty="0" sz="1550">
                <a:latin typeface="Calibri"/>
                <a:cs typeface="Calibri"/>
              </a:rPr>
              <a:t>with</a:t>
            </a:r>
            <a:r>
              <a:rPr dirty="0" sz="1550" spc="155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0000"/>
                </a:solidFill>
                <a:latin typeface="Calibri"/>
                <a:cs typeface="Calibri"/>
              </a:rPr>
              <a:t>mouseX</a:t>
            </a:r>
            <a:r>
              <a:rPr dirty="0" sz="1550" spc="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145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0000"/>
                </a:solidFill>
                <a:latin typeface="Calibri"/>
                <a:cs typeface="Calibri"/>
              </a:rPr>
              <a:t>mouseY</a:t>
            </a:r>
            <a:r>
              <a:rPr dirty="0" sz="1550" spc="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as </a:t>
            </a:r>
            <a:r>
              <a:rPr dirty="0" sz="1550">
                <a:latin typeface="Calibri"/>
                <a:cs typeface="Calibri"/>
              </a:rPr>
              <a:t>arguments,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which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means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that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it's </a:t>
            </a:r>
            <a:r>
              <a:rPr dirty="0" sz="1550">
                <a:latin typeface="Calibri"/>
                <a:cs typeface="Calibri"/>
              </a:rPr>
              <a:t>drawing the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circle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at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current </a:t>
            </a:r>
            <a:r>
              <a:rPr dirty="0" sz="1550">
                <a:latin typeface="Calibri"/>
                <a:cs typeface="Calibri"/>
              </a:rPr>
              <a:t>position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mouse.</a:t>
            </a:r>
            <a:endParaRPr sz="1550">
              <a:latin typeface="Calibri"/>
              <a:cs typeface="Calibri"/>
            </a:endParaRPr>
          </a:p>
          <a:p>
            <a:pPr marL="12700" marR="5080" indent="227965">
              <a:lnSpc>
                <a:spcPts val="1730"/>
              </a:lnSpc>
              <a:spcBef>
                <a:spcPts val="5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50">
                <a:latin typeface="Calibri"/>
                <a:cs typeface="Calibri"/>
              </a:rPr>
              <a:t>Since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these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positions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are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updated </a:t>
            </a:r>
            <a:r>
              <a:rPr dirty="0" sz="1550">
                <a:latin typeface="Calibri"/>
                <a:cs typeface="Calibri"/>
              </a:rPr>
              <a:t>continuously</a:t>
            </a:r>
            <a:r>
              <a:rPr dirty="0" sz="1550" spc="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real-time,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this </a:t>
            </a:r>
            <a:r>
              <a:rPr dirty="0" sz="1550">
                <a:latin typeface="Calibri"/>
                <a:cs typeface="Calibri"/>
              </a:rPr>
              <a:t>creates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interactive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experience </a:t>
            </a:r>
            <a:r>
              <a:rPr dirty="0" sz="1550">
                <a:latin typeface="Calibri"/>
                <a:cs typeface="Calibri"/>
              </a:rPr>
              <a:t>where</a:t>
            </a:r>
            <a:r>
              <a:rPr dirty="0" sz="1550" spc="1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moving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your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mouse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results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in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visual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response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screen.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625" y="5762625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66700" y="323786"/>
            <a:ext cx="8877300" cy="6215380"/>
            <a:chOff x="266700" y="323786"/>
            <a:chExt cx="8877300" cy="6215380"/>
          </a:xfrm>
        </p:grpSpPr>
        <p:sp>
          <p:nvSpPr>
            <p:cNvPr id="7" name="object 7" descr=""/>
            <p:cNvSpPr/>
            <p:nvPr/>
          </p:nvSpPr>
          <p:spPr>
            <a:xfrm>
              <a:off x="266700" y="5762625"/>
              <a:ext cx="8877300" cy="742950"/>
            </a:xfrm>
            <a:custGeom>
              <a:avLst/>
              <a:gdLst/>
              <a:ahLst/>
              <a:cxnLst/>
              <a:rect l="l" t="t" r="r" b="b"/>
              <a:pathLst>
                <a:path w="8877300" h="742950">
                  <a:moveTo>
                    <a:pt x="8877300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8877300" y="742950"/>
                  </a:lnTo>
                  <a:lnTo>
                    <a:pt x="8877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4325" y="323786"/>
              <a:ext cx="4938776" cy="62151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76725" y="352425"/>
              <a:ext cx="4638675" cy="5915025"/>
            </a:xfrm>
            <a:custGeom>
              <a:avLst/>
              <a:gdLst/>
              <a:ahLst/>
              <a:cxnLst/>
              <a:rect l="l" t="t" r="r" b="b"/>
              <a:pathLst>
                <a:path w="4638675" h="5915025">
                  <a:moveTo>
                    <a:pt x="463867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4638675" y="5915025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6275" y="2114550"/>
              <a:ext cx="4229100" cy="2400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6319" y="842899"/>
            <a:ext cx="2237740" cy="1040765"/>
          </a:xfrm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marL="57150" marR="5080" indent="-45085">
              <a:lnSpc>
                <a:spcPts val="3760"/>
              </a:lnSpc>
              <a:spcBef>
                <a:spcPts val="620"/>
              </a:spcBef>
            </a:pPr>
            <a:r>
              <a:rPr dirty="0" sz="3500" spc="-10"/>
              <a:t>Interaction</a:t>
            </a:r>
            <a:r>
              <a:rPr dirty="0" sz="3500" spc="-160"/>
              <a:t> </a:t>
            </a:r>
            <a:r>
              <a:rPr dirty="0" sz="3500" spc="-50"/>
              <a:t>- </a:t>
            </a:r>
            <a:r>
              <a:rPr dirty="0" sz="3500" spc="-10"/>
              <a:t>coordinates</a:t>
            </a:r>
            <a:endParaRPr sz="3500"/>
          </a:p>
        </p:txBody>
      </p:sp>
      <p:sp>
        <p:nvSpPr>
          <p:cNvPr id="3" name="object 3" descr=""/>
          <p:cNvSpPr/>
          <p:nvPr/>
        </p:nvSpPr>
        <p:spPr>
          <a:xfrm>
            <a:off x="0" y="1085850"/>
            <a:ext cx="66675" cy="666750"/>
          </a:xfrm>
          <a:custGeom>
            <a:avLst/>
            <a:gdLst/>
            <a:ahLst/>
            <a:cxnLst/>
            <a:rect l="l" t="t" r="r" b="b"/>
            <a:pathLst>
              <a:path w="66675" h="666750">
                <a:moveTo>
                  <a:pt x="66675" y="0"/>
                </a:moveTo>
                <a:lnTo>
                  <a:pt x="0" y="0"/>
                </a:lnTo>
                <a:lnTo>
                  <a:pt x="0" y="666750"/>
                </a:lnTo>
                <a:lnTo>
                  <a:pt x="66675" y="666750"/>
                </a:lnTo>
                <a:lnTo>
                  <a:pt x="666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3825" y="1085850"/>
            <a:ext cx="142875" cy="666750"/>
          </a:xfrm>
          <a:custGeom>
            <a:avLst/>
            <a:gdLst/>
            <a:ahLst/>
            <a:cxnLst/>
            <a:rect l="l" t="t" r="r" b="b"/>
            <a:pathLst>
              <a:path w="142875" h="666750">
                <a:moveTo>
                  <a:pt x="142875" y="0"/>
                </a:moveTo>
                <a:lnTo>
                  <a:pt x="0" y="0"/>
                </a:lnTo>
                <a:lnTo>
                  <a:pt x="0" y="666750"/>
                </a:lnTo>
                <a:lnTo>
                  <a:pt x="142875" y="666750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5300" y="2085975"/>
            <a:ext cx="3228975" cy="28575"/>
          </a:xfrm>
          <a:custGeom>
            <a:avLst/>
            <a:gdLst/>
            <a:ahLst/>
            <a:cxnLst/>
            <a:rect l="l" t="t" r="r" b="b"/>
            <a:pathLst>
              <a:path w="3228975" h="28575">
                <a:moveTo>
                  <a:pt x="3228975" y="0"/>
                </a:moveTo>
                <a:lnTo>
                  <a:pt x="0" y="0"/>
                </a:lnTo>
                <a:lnTo>
                  <a:pt x="0" y="28575"/>
                </a:lnTo>
                <a:lnTo>
                  <a:pt x="3228975" y="28575"/>
                </a:lnTo>
                <a:lnTo>
                  <a:pt x="32289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2287" y="2384361"/>
            <a:ext cx="3255010" cy="383921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55600" marR="5080" indent="-343535">
              <a:lnSpc>
                <a:spcPct val="909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too),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latin typeface="Calibri"/>
                <a:cs typeface="Calibri"/>
              </a:rPr>
              <a:t>coordinate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Cartesian,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solidFill>
                  <a:srgbClr val="00AFEF"/>
                </a:solidFill>
                <a:latin typeface="Calibri"/>
                <a:cs typeface="Calibri"/>
              </a:rPr>
              <a:t>x-</a:t>
            </a:r>
            <a:r>
              <a:rPr dirty="0" sz="1400">
                <a:solidFill>
                  <a:srgbClr val="00AFEF"/>
                </a:solidFill>
                <a:latin typeface="Calibri"/>
                <a:cs typeface="Calibri"/>
              </a:rPr>
              <a:t>axis</a:t>
            </a:r>
            <a:r>
              <a:rPr dirty="0" sz="1400" spc="15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representing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AFEF"/>
                </a:solidFill>
                <a:latin typeface="Calibri"/>
                <a:cs typeface="Calibri"/>
              </a:rPr>
              <a:t>width</a:t>
            </a:r>
            <a:r>
              <a:rPr dirty="0" sz="1400" spc="-3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Calibri"/>
                <a:cs typeface="Calibri"/>
              </a:rPr>
              <a:t>y-</a:t>
            </a:r>
            <a:r>
              <a:rPr dirty="0" sz="1400" spc="-20">
                <a:solidFill>
                  <a:srgbClr val="6F2F9F"/>
                </a:solidFill>
                <a:latin typeface="Calibri"/>
                <a:cs typeface="Calibri"/>
              </a:rPr>
              <a:t>axis </a:t>
            </a:r>
            <a:r>
              <a:rPr dirty="0" sz="1400" spc="-10">
                <a:latin typeface="Calibri"/>
                <a:cs typeface="Calibri"/>
              </a:rPr>
              <a:t>representing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Calibri"/>
                <a:cs typeface="Calibri"/>
              </a:rPr>
              <a:t>height</a:t>
            </a:r>
            <a:r>
              <a:rPr dirty="0" sz="1400" spc="-1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355600" marR="146050" indent="-343535">
              <a:lnSpc>
                <a:spcPct val="90900"/>
              </a:lnSpc>
              <a:spcBef>
                <a:spcPts val="27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Processing,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origin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(0,0)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latin typeface="Calibri"/>
                <a:cs typeface="Calibri"/>
              </a:rPr>
              <a:t>top-</a:t>
            </a:r>
            <a:r>
              <a:rPr dirty="0" sz="1400">
                <a:latin typeface="Calibri"/>
                <a:cs typeface="Calibri"/>
              </a:rPr>
              <a:t>left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corner.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AFEF"/>
                </a:solidFill>
                <a:latin typeface="Calibri"/>
                <a:cs typeface="Calibri"/>
              </a:rPr>
              <a:t>x-</a:t>
            </a:r>
            <a:r>
              <a:rPr dirty="0" sz="1400">
                <a:solidFill>
                  <a:srgbClr val="00AFEF"/>
                </a:solidFill>
                <a:latin typeface="Calibri"/>
                <a:cs typeface="Calibri"/>
              </a:rPr>
              <a:t>axis</a:t>
            </a:r>
            <a:r>
              <a:rPr dirty="0" sz="1400" spc="-25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increases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right,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Calibri"/>
                <a:cs typeface="Calibri"/>
              </a:rPr>
              <a:t>y-</a:t>
            </a:r>
            <a:r>
              <a:rPr dirty="0" sz="1400">
                <a:solidFill>
                  <a:srgbClr val="6F2F9F"/>
                </a:solidFill>
                <a:latin typeface="Calibri"/>
                <a:cs typeface="Calibri"/>
              </a:rPr>
              <a:t>axis</a:t>
            </a:r>
            <a:r>
              <a:rPr dirty="0" sz="14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increases </a:t>
            </a:r>
            <a:r>
              <a:rPr dirty="0" sz="1400" spc="-10">
                <a:solidFill>
                  <a:srgbClr val="6F2F9F"/>
                </a:solidFill>
                <a:latin typeface="Calibri"/>
                <a:cs typeface="Calibri"/>
              </a:rPr>
              <a:t>downward</a:t>
            </a:r>
            <a:r>
              <a:rPr dirty="0" sz="1400" spc="-1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355600" marR="206375" indent="-343535">
              <a:lnSpc>
                <a:spcPct val="90900"/>
              </a:lnSpc>
              <a:spcBef>
                <a:spcPts val="27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800×600 </a:t>
            </a:r>
            <a:r>
              <a:rPr dirty="0" sz="1400" spc="-10">
                <a:latin typeface="Calibri"/>
                <a:cs typeface="Calibri"/>
              </a:rPr>
              <a:t>canvas,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(800,0)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20">
                <a:latin typeface="Calibri"/>
                <a:cs typeface="Calibri"/>
              </a:rPr>
              <a:t>top-</a:t>
            </a:r>
            <a:r>
              <a:rPr dirty="0" sz="1400">
                <a:latin typeface="Calibri"/>
                <a:cs typeface="Calibri"/>
              </a:rPr>
              <a:t>right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corner,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(0,600)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latin typeface="Calibri"/>
                <a:cs typeface="Calibri"/>
              </a:rPr>
              <a:t>bottom-</a:t>
            </a:r>
            <a:r>
              <a:rPr dirty="0" sz="1400">
                <a:latin typeface="Calibri"/>
                <a:cs typeface="Calibri"/>
              </a:rPr>
              <a:t>left.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Negative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coordinates </a:t>
            </a:r>
            <a:r>
              <a:rPr dirty="0" sz="1400">
                <a:latin typeface="Calibri"/>
                <a:cs typeface="Calibri"/>
              </a:rPr>
              <a:t>position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elements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off-screen.</a:t>
            </a:r>
            <a:endParaRPr sz="1400">
              <a:latin typeface="Calibri"/>
              <a:cs typeface="Calibri"/>
            </a:endParaRPr>
          </a:p>
          <a:p>
            <a:pPr marL="355600" marR="168910" indent="-343535">
              <a:lnSpc>
                <a:spcPct val="90200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10">
                <a:latin typeface="Calibri"/>
                <a:cs typeface="Calibri"/>
              </a:rPr>
              <a:t>Understanding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coordinate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 </a:t>
            </a:r>
            <a:r>
              <a:rPr dirty="0" sz="1400">
                <a:latin typeface="Calibri"/>
                <a:cs typeface="Calibri"/>
              </a:rPr>
              <a:t>helps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accurately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position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in </a:t>
            </a:r>
            <a:r>
              <a:rPr dirty="0" sz="1400" spc="-10">
                <a:latin typeface="Calibri"/>
                <a:cs typeface="Calibri"/>
              </a:rPr>
              <a:t>Processing.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specifying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(x,</a:t>
            </a:r>
            <a:r>
              <a:rPr dirty="0" sz="140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y) </a:t>
            </a:r>
            <a:r>
              <a:rPr dirty="0" sz="1400" spc="-10">
                <a:latin typeface="Calibri"/>
                <a:cs typeface="Calibri"/>
              </a:rPr>
              <a:t>coordinates,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maintain </a:t>
            </a:r>
            <a:r>
              <a:rPr dirty="0" sz="1400" spc="-20">
                <a:latin typeface="Calibri"/>
                <a:cs typeface="Calibri"/>
              </a:rPr>
              <a:t>their </a:t>
            </a:r>
            <a:r>
              <a:rPr dirty="0" sz="1400">
                <a:latin typeface="Calibri"/>
                <a:cs typeface="Calibri"/>
              </a:rPr>
              <a:t>placement,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enabling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dynamic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>
                <a:latin typeface="Calibri"/>
                <a:cs typeface="Calibri"/>
              </a:rPr>
              <a:t>responsive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adapt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screen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sizes.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485711"/>
              <a:ext cx="4805426" cy="613892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514350"/>
              <a:ext cx="4505325" cy="5838825"/>
            </a:xfrm>
            <a:custGeom>
              <a:avLst/>
              <a:gdLst/>
              <a:ahLst/>
              <a:cxnLst/>
              <a:rect l="l" t="t" r="r" b="b"/>
              <a:pathLst>
                <a:path w="4505325" h="5838825">
                  <a:moveTo>
                    <a:pt x="4505325" y="0"/>
                  </a:moveTo>
                  <a:lnTo>
                    <a:pt x="0" y="0"/>
                  </a:lnTo>
                  <a:lnTo>
                    <a:pt x="0" y="5838825"/>
                  </a:lnTo>
                  <a:lnTo>
                    <a:pt x="4505325" y="5838825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5375" y="1981200"/>
              <a:ext cx="3400425" cy="2533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7650" y="5705475"/>
            <a:ext cx="390525" cy="152400"/>
          </a:xfrm>
          <a:custGeom>
            <a:avLst/>
            <a:gdLst/>
            <a:ahLst/>
            <a:cxnLst/>
            <a:rect l="l" t="t" r="r" b="b"/>
            <a:pathLst>
              <a:path w="390525" h="152400">
                <a:moveTo>
                  <a:pt x="390525" y="0"/>
                </a:moveTo>
                <a:lnTo>
                  <a:pt x="0" y="0"/>
                </a:lnTo>
                <a:lnTo>
                  <a:pt x="0" y="152400"/>
                </a:lnTo>
                <a:lnTo>
                  <a:pt x="390525" y="152400"/>
                </a:lnTo>
                <a:lnTo>
                  <a:pt x="39052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47650" y="0"/>
            <a:ext cx="8672830" cy="6644005"/>
            <a:chOff x="247650" y="0"/>
            <a:chExt cx="8672830" cy="6644005"/>
          </a:xfrm>
        </p:grpSpPr>
        <p:sp>
          <p:nvSpPr>
            <p:cNvPr id="4" name="object 4" descr=""/>
            <p:cNvSpPr/>
            <p:nvPr/>
          </p:nvSpPr>
          <p:spPr>
            <a:xfrm>
              <a:off x="247650" y="0"/>
              <a:ext cx="390525" cy="5610225"/>
            </a:xfrm>
            <a:custGeom>
              <a:avLst/>
              <a:gdLst/>
              <a:ahLst/>
              <a:cxnLst/>
              <a:rect l="l" t="t" r="r" b="b"/>
              <a:pathLst>
                <a:path w="390525" h="5610225">
                  <a:moveTo>
                    <a:pt x="390525" y="0"/>
                  </a:moveTo>
                  <a:lnTo>
                    <a:pt x="0" y="0"/>
                  </a:lnTo>
                  <a:lnTo>
                    <a:pt x="0" y="5610225"/>
                  </a:lnTo>
                  <a:lnTo>
                    <a:pt x="390525" y="5610225"/>
                  </a:lnTo>
                  <a:lnTo>
                    <a:pt x="39052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" y="485711"/>
              <a:ext cx="8634476" cy="615797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38150" y="514350"/>
              <a:ext cx="8334375" cy="5857875"/>
            </a:xfrm>
            <a:custGeom>
              <a:avLst/>
              <a:gdLst/>
              <a:ahLst/>
              <a:cxnLst/>
              <a:rect l="l" t="t" r="r" b="b"/>
              <a:pathLst>
                <a:path w="8334375" h="5857875">
                  <a:moveTo>
                    <a:pt x="8334375" y="0"/>
                  </a:moveTo>
                  <a:lnTo>
                    <a:pt x="0" y="0"/>
                  </a:lnTo>
                  <a:lnTo>
                    <a:pt x="0" y="5857875"/>
                  </a:lnTo>
                  <a:lnTo>
                    <a:pt x="8334375" y="5857875"/>
                  </a:lnTo>
                  <a:lnTo>
                    <a:pt x="8334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84115" y="566674"/>
            <a:ext cx="2051050" cy="1395730"/>
          </a:xfrm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09"/>
              </a:spcBef>
            </a:pPr>
            <a:r>
              <a:rPr dirty="0" sz="3200" spc="-10"/>
              <a:t>Drawing</a:t>
            </a:r>
            <a:r>
              <a:rPr dirty="0" sz="3200" spc="-120"/>
              <a:t> </a:t>
            </a:r>
            <a:r>
              <a:rPr dirty="0" sz="3200" spc="-50"/>
              <a:t>&amp; </a:t>
            </a:r>
            <a:r>
              <a:rPr dirty="0" sz="3200" spc="-10"/>
              <a:t>Interaction</a:t>
            </a:r>
            <a:r>
              <a:rPr dirty="0" sz="3200" spc="-110"/>
              <a:t> </a:t>
            </a:r>
            <a:r>
              <a:rPr dirty="0" sz="3200" spc="-50"/>
              <a:t>- </a:t>
            </a:r>
            <a:r>
              <a:rPr dirty="0" sz="3200" spc="-10"/>
              <a:t>coordinates</a:t>
            </a:r>
            <a:endParaRPr sz="3200"/>
          </a:p>
        </p:txBody>
      </p:sp>
      <p:grpSp>
        <p:nvGrpSpPr>
          <p:cNvPr id="8" name="object 8" descr=""/>
          <p:cNvGrpSpPr/>
          <p:nvPr/>
        </p:nvGrpSpPr>
        <p:grpSpPr>
          <a:xfrm>
            <a:off x="685800" y="771525"/>
            <a:ext cx="7562850" cy="4467225"/>
            <a:chOff x="685800" y="771525"/>
            <a:chExt cx="7562850" cy="44672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" y="771525"/>
              <a:ext cx="3209925" cy="25812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467225" y="2190750"/>
              <a:ext cx="3781425" cy="28575"/>
            </a:xfrm>
            <a:custGeom>
              <a:avLst/>
              <a:gdLst/>
              <a:ahLst/>
              <a:cxnLst/>
              <a:rect l="l" t="t" r="r" b="b"/>
              <a:pathLst>
                <a:path w="3781425" h="28575">
                  <a:moveTo>
                    <a:pt x="37814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781425" y="28575"/>
                  </a:lnTo>
                  <a:lnTo>
                    <a:pt x="378142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4495800"/>
              <a:ext cx="3295650" cy="74295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485004" y="2635186"/>
            <a:ext cx="3883660" cy="330898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12700" marR="5080" indent="229235">
              <a:lnSpc>
                <a:spcPts val="1650"/>
              </a:lnSpc>
              <a:spcBef>
                <a:spcPts val="505"/>
              </a:spcBef>
              <a:buFont typeface="Arial"/>
              <a:buChar char="•"/>
              <a:tabLst>
                <a:tab pos="241935" algn="l"/>
              </a:tabLst>
            </a:pP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example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rect()</a:t>
            </a:r>
            <a:r>
              <a:rPr dirty="0" sz="17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 draw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square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ellipse()</a:t>
            </a:r>
            <a:r>
              <a:rPr dirty="0" sz="17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draw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circle.</a:t>
            </a:r>
            <a:endParaRPr sz="1700">
              <a:latin typeface="Calibri"/>
              <a:cs typeface="Calibri"/>
            </a:endParaRPr>
          </a:p>
          <a:p>
            <a:pPr algn="just" marL="12700" marR="392430" indent="229235">
              <a:lnSpc>
                <a:spcPct val="79200"/>
              </a:lnSpc>
              <a:spcBef>
                <a:spcPts val="650"/>
              </a:spcBef>
              <a:buFont typeface="Arial"/>
              <a:buChar char="•"/>
              <a:tabLst>
                <a:tab pos="24193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square 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positioned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(0,0)</a:t>
            </a:r>
            <a:r>
              <a:rPr dirty="0" sz="1700" spc="-10">
                <a:latin typeface="Calibri"/>
                <a:cs typeface="Calibri"/>
              </a:rPr>
              <a:t>, </a:t>
            </a:r>
            <a:r>
              <a:rPr dirty="0" sz="1700">
                <a:latin typeface="Calibri"/>
                <a:cs typeface="Calibri"/>
              </a:rPr>
              <a:t>while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blue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circle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placed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(width,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height)</a:t>
            </a:r>
            <a:r>
              <a:rPr dirty="0" sz="17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20">
                <a:latin typeface="Calibri"/>
                <a:cs typeface="Calibri"/>
              </a:rPr>
              <a:t> </a:t>
            </a:r>
            <a:r>
              <a:rPr dirty="0" sz="1700" spc="-35">
                <a:latin typeface="Calibri"/>
                <a:cs typeface="Calibri"/>
              </a:rPr>
              <a:t>stay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 bottom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right.</a:t>
            </a:r>
            <a:endParaRPr sz="1700">
              <a:latin typeface="Calibri"/>
              <a:cs typeface="Calibri"/>
            </a:endParaRPr>
          </a:p>
          <a:p>
            <a:pPr marL="12700" marR="94615" indent="228600">
              <a:lnSpc>
                <a:spcPts val="165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width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height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ensures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correct </a:t>
            </a:r>
            <a:r>
              <a:rPr dirty="0" sz="1700">
                <a:latin typeface="Calibri"/>
                <a:cs typeface="Calibri"/>
              </a:rPr>
              <a:t>positioning</a:t>
            </a:r>
            <a:r>
              <a:rPr dirty="0" sz="1700" spc="-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even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canvas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size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changes.</a:t>
            </a:r>
            <a:endParaRPr sz="1700">
              <a:latin typeface="Calibri"/>
              <a:cs typeface="Calibri"/>
            </a:endParaRPr>
          </a:p>
          <a:p>
            <a:pPr marL="12700" marR="158115" indent="228600">
              <a:lnSpc>
                <a:spcPct val="7720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principles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apply</a:t>
            </a:r>
            <a:r>
              <a:rPr dirty="0" sz="1700" spc="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more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complex </a:t>
            </a:r>
            <a:r>
              <a:rPr dirty="0" sz="1700">
                <a:latin typeface="Calibri"/>
                <a:cs typeface="Calibri"/>
              </a:rPr>
              <a:t>designs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animations.</a:t>
            </a:r>
            <a:endParaRPr sz="1700">
              <a:latin typeface="Calibri"/>
              <a:cs typeface="Calibri"/>
            </a:endParaRPr>
          </a:p>
          <a:p>
            <a:pPr marL="12700" marR="16510" indent="228600">
              <a:lnSpc>
                <a:spcPct val="827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dynamically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adapt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 sketch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full </a:t>
            </a:r>
            <a:r>
              <a:rPr dirty="0" sz="1550">
                <a:latin typeface="Calibri"/>
                <a:cs typeface="Calibri"/>
              </a:rPr>
              <a:t>screen,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use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0000"/>
                </a:solidFill>
                <a:latin typeface="Calibri"/>
                <a:cs typeface="Calibri"/>
              </a:rPr>
              <a:t>displayWidth</a:t>
            </a:r>
            <a:r>
              <a:rPr dirty="0" sz="1550" spc="1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170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0000"/>
                </a:solidFill>
                <a:latin typeface="Calibri"/>
                <a:cs typeface="Calibri"/>
              </a:rPr>
              <a:t>displayHeight</a:t>
            </a:r>
            <a:r>
              <a:rPr dirty="0" sz="1550" spc="1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for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screen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resolution.</a:t>
            </a:r>
            <a:endParaRPr sz="1550">
              <a:latin typeface="Calibri"/>
              <a:cs typeface="Calibri"/>
            </a:endParaRPr>
          </a:p>
          <a:p>
            <a:pPr marL="241300" indent="-228600">
              <a:lnSpc>
                <a:spcPts val="168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newer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versions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Processing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this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was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dirty="0" sz="1550">
                <a:latin typeface="Calibri"/>
                <a:cs typeface="Calibri"/>
              </a:rPr>
              <a:t>substituted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0000"/>
                </a:solidFill>
                <a:latin typeface="Calibri"/>
                <a:cs typeface="Calibri"/>
              </a:rPr>
              <a:t>fullScreen()</a:t>
            </a:r>
            <a:r>
              <a:rPr dirty="0" sz="1550" spc="-10">
                <a:latin typeface="Calibri"/>
                <a:cs typeface="Calibri"/>
              </a:rPr>
              <a:t>!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142" y="328930"/>
            <a:ext cx="2661285" cy="1346200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algn="ctr" marL="12065" marR="5080" indent="3175">
              <a:lnSpc>
                <a:spcPct val="101400"/>
              </a:lnSpc>
              <a:spcBef>
                <a:spcPts val="80"/>
              </a:spcBef>
            </a:pPr>
            <a:r>
              <a:rPr dirty="0" sz="2900" spc="-10"/>
              <a:t>Drawing</a:t>
            </a:r>
            <a:r>
              <a:rPr dirty="0" sz="2900" spc="-110"/>
              <a:t> </a:t>
            </a:r>
            <a:r>
              <a:rPr dirty="0" sz="2900" spc="-50"/>
              <a:t>&amp; </a:t>
            </a:r>
            <a:r>
              <a:rPr dirty="0" sz="2900" spc="-10"/>
              <a:t>Interaction</a:t>
            </a:r>
            <a:r>
              <a:rPr dirty="0" sz="2900" spc="-45"/>
              <a:t> </a:t>
            </a:r>
            <a:r>
              <a:rPr dirty="0" sz="2900"/>
              <a:t>-</a:t>
            </a:r>
            <a:r>
              <a:rPr dirty="0" sz="2900" spc="-65"/>
              <a:t> </a:t>
            </a:r>
            <a:r>
              <a:rPr dirty="0" sz="2750" spc="-20"/>
              <a:t>color </a:t>
            </a:r>
            <a:r>
              <a:rPr dirty="0" sz="2750"/>
              <a:t>theory</a:t>
            </a:r>
            <a:r>
              <a:rPr dirty="0" sz="2750" spc="90"/>
              <a:t> </a:t>
            </a:r>
            <a:r>
              <a:rPr dirty="0" sz="2750" spc="-10"/>
              <a:t>basics</a:t>
            </a:r>
            <a:endParaRPr sz="2750"/>
          </a:p>
        </p:txBody>
      </p:sp>
      <p:sp>
        <p:nvSpPr>
          <p:cNvPr id="3" name="object 3" descr=""/>
          <p:cNvSpPr/>
          <p:nvPr/>
        </p:nvSpPr>
        <p:spPr>
          <a:xfrm>
            <a:off x="466725" y="1943100"/>
            <a:ext cx="3009900" cy="28575"/>
          </a:xfrm>
          <a:custGeom>
            <a:avLst/>
            <a:gdLst/>
            <a:ahLst/>
            <a:cxnLst/>
            <a:rect l="l" t="t" r="r" b="b"/>
            <a:pathLst>
              <a:path w="3009900" h="28575">
                <a:moveTo>
                  <a:pt x="3009900" y="0"/>
                </a:moveTo>
                <a:lnTo>
                  <a:pt x="0" y="0"/>
                </a:lnTo>
                <a:lnTo>
                  <a:pt x="0" y="28575"/>
                </a:lnTo>
                <a:lnTo>
                  <a:pt x="3009900" y="28575"/>
                </a:lnTo>
                <a:lnTo>
                  <a:pt x="30099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3244" y="2231707"/>
            <a:ext cx="3046095" cy="3098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55600" marR="5080" indent="-343535">
              <a:lnSpc>
                <a:spcPct val="103000"/>
              </a:lnSpc>
              <a:spcBef>
                <a:spcPts val="7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Colour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theory</a:t>
            </a:r>
            <a:r>
              <a:rPr dirty="0" sz="1550" spc="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studies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properties </a:t>
            </a:r>
            <a:r>
              <a:rPr dirty="0" sz="1550">
                <a:latin typeface="Calibri"/>
                <a:cs typeface="Calibri"/>
              </a:rPr>
              <a:t>like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hue,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saturation,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brightness,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contrast.</a:t>
            </a:r>
            <a:endParaRPr sz="1550">
              <a:latin typeface="Calibri"/>
              <a:cs typeface="Calibri"/>
            </a:endParaRPr>
          </a:p>
          <a:p>
            <a:pPr marL="355600" marR="359410" indent="-343535">
              <a:lnSpc>
                <a:spcPct val="100899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Colours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enhance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visuals</a:t>
            </a:r>
            <a:r>
              <a:rPr dirty="0" sz="1550" spc="14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and </a:t>
            </a:r>
            <a:r>
              <a:rPr dirty="0" sz="1550">
                <a:latin typeface="Calibri"/>
                <a:cs typeface="Calibri"/>
              </a:rPr>
              <a:t>convey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meaning.</a:t>
            </a:r>
            <a:endParaRPr sz="1550">
              <a:latin typeface="Calibri"/>
              <a:cs typeface="Calibri"/>
            </a:endParaRPr>
          </a:p>
          <a:p>
            <a:pPr marL="355600" marR="207645" indent="-343535">
              <a:lnSpc>
                <a:spcPct val="103600"/>
              </a:lnSpc>
              <a:spcBef>
                <a:spcPts val="4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RGB</a:t>
            </a:r>
            <a:r>
              <a:rPr dirty="0" sz="1550" spc="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model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(Red-</a:t>
            </a:r>
            <a:r>
              <a:rPr dirty="0" sz="1550" spc="-10">
                <a:latin typeface="Calibri"/>
                <a:cs typeface="Calibri"/>
              </a:rPr>
              <a:t>Green- </a:t>
            </a:r>
            <a:r>
              <a:rPr dirty="0" sz="1550">
                <a:latin typeface="Calibri"/>
                <a:cs typeface="Calibri"/>
              </a:rPr>
              <a:t>Blue)</a:t>
            </a:r>
            <a:r>
              <a:rPr dirty="0" sz="1550" spc="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represents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colours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using </a:t>
            </a:r>
            <a:r>
              <a:rPr dirty="0" sz="1550">
                <a:latin typeface="Calibri"/>
                <a:cs typeface="Calibri"/>
              </a:rPr>
              <a:t>values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from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0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255,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allowing </a:t>
            </a:r>
            <a:r>
              <a:rPr dirty="0" sz="1550">
                <a:latin typeface="Calibri"/>
                <a:cs typeface="Calibri"/>
              </a:rPr>
              <a:t>over</a:t>
            </a:r>
            <a:r>
              <a:rPr dirty="0" sz="1550" spc="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16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million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combinations.</a:t>
            </a:r>
            <a:endParaRPr sz="1550">
              <a:latin typeface="Calibri"/>
              <a:cs typeface="Calibri"/>
            </a:endParaRPr>
          </a:p>
          <a:p>
            <a:pPr algn="just" marL="351155" marR="194310" indent="-339090">
              <a:lnSpc>
                <a:spcPct val="103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An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optional</a:t>
            </a:r>
            <a:r>
              <a:rPr dirty="0" sz="1550" spc="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alpha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channel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(0– </a:t>
            </a:r>
            <a:r>
              <a:rPr dirty="0" sz="1550" spc="-25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255)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controls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transparency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for </a:t>
            </a:r>
            <a:r>
              <a:rPr dirty="0" sz="1550" spc="-25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blending</a:t>
            </a:r>
            <a:r>
              <a:rPr dirty="0" sz="1550" spc="16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effects.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625" y="5762625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66700" y="323786"/>
            <a:ext cx="8877300" cy="6215380"/>
            <a:chOff x="266700" y="323786"/>
            <a:chExt cx="8877300" cy="6215380"/>
          </a:xfrm>
        </p:grpSpPr>
        <p:sp>
          <p:nvSpPr>
            <p:cNvPr id="7" name="object 7" descr=""/>
            <p:cNvSpPr/>
            <p:nvPr/>
          </p:nvSpPr>
          <p:spPr>
            <a:xfrm>
              <a:off x="266700" y="5762625"/>
              <a:ext cx="8877300" cy="742950"/>
            </a:xfrm>
            <a:custGeom>
              <a:avLst/>
              <a:gdLst/>
              <a:ahLst/>
              <a:cxnLst/>
              <a:rect l="l" t="t" r="r" b="b"/>
              <a:pathLst>
                <a:path w="8877300" h="742950">
                  <a:moveTo>
                    <a:pt x="8877300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8877300" y="742950"/>
                  </a:lnTo>
                  <a:lnTo>
                    <a:pt x="8877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4325" y="323786"/>
              <a:ext cx="4938776" cy="62151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76725" y="352425"/>
              <a:ext cx="4638675" cy="5915025"/>
            </a:xfrm>
            <a:custGeom>
              <a:avLst/>
              <a:gdLst/>
              <a:ahLst/>
              <a:cxnLst/>
              <a:rect l="l" t="t" r="r" b="b"/>
              <a:pathLst>
                <a:path w="4638675" h="5915025">
                  <a:moveTo>
                    <a:pt x="463867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4638675" y="5915025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6275" y="1914524"/>
              <a:ext cx="4229100" cy="2800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89191" y="545146"/>
            <a:ext cx="1783714" cy="1551305"/>
          </a:xfrm>
          <a:custGeom>
            <a:avLst/>
            <a:gdLst/>
            <a:ahLst/>
            <a:cxnLst/>
            <a:rect l="l" t="t" r="r" b="b"/>
            <a:pathLst>
              <a:path w="1783715" h="1551305">
                <a:moveTo>
                  <a:pt x="1783714" y="1551242"/>
                </a:moveTo>
                <a:lnTo>
                  <a:pt x="1777383" y="1500791"/>
                </a:lnTo>
                <a:lnTo>
                  <a:pt x="1769690" y="1450642"/>
                </a:lnTo>
                <a:lnTo>
                  <a:pt x="1760663" y="1400827"/>
                </a:lnTo>
                <a:lnTo>
                  <a:pt x="1750327" y="1351376"/>
                </a:lnTo>
                <a:lnTo>
                  <a:pt x="1738710" y="1302319"/>
                </a:lnTo>
                <a:lnTo>
                  <a:pt x="1725838" y="1253687"/>
                </a:lnTo>
                <a:lnTo>
                  <a:pt x="1711737" y="1205511"/>
                </a:lnTo>
                <a:lnTo>
                  <a:pt x="1696434" y="1157821"/>
                </a:lnTo>
                <a:lnTo>
                  <a:pt x="1679956" y="1110649"/>
                </a:lnTo>
                <a:lnTo>
                  <a:pt x="1662329" y="1064024"/>
                </a:lnTo>
                <a:lnTo>
                  <a:pt x="1643579" y="1017978"/>
                </a:lnTo>
                <a:lnTo>
                  <a:pt x="1623734" y="972541"/>
                </a:lnTo>
                <a:lnTo>
                  <a:pt x="1602819" y="927744"/>
                </a:lnTo>
                <a:lnTo>
                  <a:pt x="1580861" y="883617"/>
                </a:lnTo>
                <a:lnTo>
                  <a:pt x="1557887" y="840191"/>
                </a:lnTo>
                <a:lnTo>
                  <a:pt x="1533923" y="797497"/>
                </a:lnTo>
                <a:lnTo>
                  <a:pt x="1508996" y="755566"/>
                </a:lnTo>
                <a:lnTo>
                  <a:pt x="1483132" y="714428"/>
                </a:lnTo>
                <a:lnTo>
                  <a:pt x="1456358" y="674113"/>
                </a:lnTo>
                <a:lnTo>
                  <a:pt x="1428701" y="634653"/>
                </a:lnTo>
                <a:lnTo>
                  <a:pt x="1400186" y="596078"/>
                </a:lnTo>
                <a:lnTo>
                  <a:pt x="1370841" y="558419"/>
                </a:lnTo>
                <a:lnTo>
                  <a:pt x="1340692" y="521706"/>
                </a:lnTo>
                <a:lnTo>
                  <a:pt x="1309765" y="485970"/>
                </a:lnTo>
                <a:lnTo>
                  <a:pt x="1278087" y="451242"/>
                </a:lnTo>
                <a:lnTo>
                  <a:pt x="1245685" y="417553"/>
                </a:lnTo>
                <a:lnTo>
                  <a:pt x="1212585" y="384932"/>
                </a:lnTo>
                <a:lnTo>
                  <a:pt x="1178813" y="353412"/>
                </a:lnTo>
                <a:lnTo>
                  <a:pt x="1144397" y="323021"/>
                </a:lnTo>
                <a:lnTo>
                  <a:pt x="1109362" y="293792"/>
                </a:lnTo>
                <a:lnTo>
                  <a:pt x="1073736" y="265755"/>
                </a:lnTo>
                <a:lnTo>
                  <a:pt x="1037544" y="238940"/>
                </a:lnTo>
                <a:lnTo>
                  <a:pt x="1000814" y="213378"/>
                </a:lnTo>
                <a:lnTo>
                  <a:pt x="963571" y="189100"/>
                </a:lnTo>
                <a:lnTo>
                  <a:pt x="925843" y="166136"/>
                </a:lnTo>
                <a:lnTo>
                  <a:pt x="887656" y="144517"/>
                </a:lnTo>
                <a:lnTo>
                  <a:pt x="849036" y="124274"/>
                </a:lnTo>
                <a:lnTo>
                  <a:pt x="810010" y="105437"/>
                </a:lnTo>
                <a:lnTo>
                  <a:pt x="770604" y="88038"/>
                </a:lnTo>
                <a:lnTo>
                  <a:pt x="730846" y="72106"/>
                </a:lnTo>
                <a:lnTo>
                  <a:pt x="690761" y="57672"/>
                </a:lnTo>
                <a:lnTo>
                  <a:pt x="650376" y="44768"/>
                </a:lnTo>
                <a:lnTo>
                  <a:pt x="609717" y="33423"/>
                </a:lnTo>
                <a:lnTo>
                  <a:pt x="568812" y="23669"/>
                </a:lnTo>
                <a:lnTo>
                  <a:pt x="527686" y="15536"/>
                </a:lnTo>
                <a:lnTo>
                  <a:pt x="486367" y="9054"/>
                </a:lnTo>
                <a:lnTo>
                  <a:pt x="444880" y="4255"/>
                </a:lnTo>
                <a:lnTo>
                  <a:pt x="392743" y="716"/>
                </a:lnTo>
                <a:lnTo>
                  <a:pt x="341111" y="0"/>
                </a:lnTo>
                <a:lnTo>
                  <a:pt x="290058" y="2096"/>
                </a:lnTo>
                <a:lnTo>
                  <a:pt x="239658" y="6995"/>
                </a:lnTo>
                <a:lnTo>
                  <a:pt x="189982" y="14689"/>
                </a:lnTo>
                <a:lnTo>
                  <a:pt x="141106" y="25167"/>
                </a:lnTo>
                <a:lnTo>
                  <a:pt x="93101" y="38421"/>
                </a:lnTo>
                <a:lnTo>
                  <a:pt x="46041" y="54440"/>
                </a:lnTo>
                <a:lnTo>
                  <a:pt x="0" y="73216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3288" rIns="0" bIns="0" rtlCol="0" vert="horz">
            <a:spAutoFit/>
          </a:bodyPr>
          <a:lstStyle/>
          <a:p>
            <a:pPr marL="3932554" marR="5080" indent="1024255">
              <a:lnSpc>
                <a:spcPts val="3080"/>
              </a:lnSpc>
              <a:spcBef>
                <a:spcPts val="409"/>
              </a:spcBef>
            </a:pPr>
            <a:r>
              <a:rPr dirty="0" sz="2750"/>
              <a:t>Drawing</a:t>
            </a:r>
            <a:r>
              <a:rPr dirty="0" sz="2750" spc="65"/>
              <a:t> </a:t>
            </a:r>
            <a:r>
              <a:rPr dirty="0" sz="2750" spc="-50"/>
              <a:t>&amp; </a:t>
            </a:r>
            <a:r>
              <a:rPr dirty="0" sz="2750"/>
              <a:t>Interaction</a:t>
            </a:r>
            <a:r>
              <a:rPr dirty="0" sz="2750" spc="30"/>
              <a:t> </a:t>
            </a:r>
            <a:r>
              <a:rPr dirty="0" sz="2750"/>
              <a:t>-</a:t>
            </a:r>
            <a:r>
              <a:rPr dirty="0" sz="2750" spc="40"/>
              <a:t> </a:t>
            </a:r>
            <a:r>
              <a:rPr dirty="0" sz="2750" spc="-10"/>
              <a:t>interactivity</a:t>
            </a:r>
            <a:endParaRPr sz="2750"/>
          </a:p>
        </p:txBody>
      </p:sp>
      <p:sp>
        <p:nvSpPr>
          <p:cNvPr id="4" name="object 4" descr=""/>
          <p:cNvSpPr/>
          <p:nvPr/>
        </p:nvSpPr>
        <p:spPr>
          <a:xfrm>
            <a:off x="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711784" y="0"/>
                </a:moveTo>
                <a:lnTo>
                  <a:pt x="663064" y="1177"/>
                </a:lnTo>
                <a:lnTo>
                  <a:pt x="614789" y="4680"/>
                </a:lnTo>
                <a:lnTo>
                  <a:pt x="566988" y="10470"/>
                </a:lnTo>
                <a:lnTo>
                  <a:pt x="519691" y="18506"/>
                </a:lnTo>
                <a:lnTo>
                  <a:pt x="472929" y="28746"/>
                </a:lnTo>
                <a:lnTo>
                  <a:pt x="426732" y="41149"/>
                </a:lnTo>
                <a:lnTo>
                  <a:pt x="381131" y="55676"/>
                </a:lnTo>
                <a:lnTo>
                  <a:pt x="336155" y="72285"/>
                </a:lnTo>
                <a:lnTo>
                  <a:pt x="291835" y="90936"/>
                </a:lnTo>
                <a:lnTo>
                  <a:pt x="248202" y="111587"/>
                </a:lnTo>
                <a:lnTo>
                  <a:pt x="205285" y="134199"/>
                </a:lnTo>
                <a:lnTo>
                  <a:pt x="163115" y="158729"/>
                </a:lnTo>
                <a:lnTo>
                  <a:pt x="121722" y="185138"/>
                </a:lnTo>
                <a:lnTo>
                  <a:pt x="81136" y="213385"/>
                </a:lnTo>
                <a:lnTo>
                  <a:pt x="0" y="279247"/>
                </a:lnTo>
                <a:lnTo>
                  <a:pt x="0" y="1371600"/>
                </a:lnTo>
                <a:lnTo>
                  <a:pt x="2000250" y="1371600"/>
                </a:lnTo>
                <a:lnTo>
                  <a:pt x="1975358" y="1242212"/>
                </a:lnTo>
                <a:lnTo>
                  <a:pt x="1962506" y="1189910"/>
                </a:lnTo>
                <a:lnTo>
                  <a:pt x="1948481" y="1138339"/>
                </a:lnTo>
                <a:lnTo>
                  <a:pt x="1933303" y="1087529"/>
                </a:lnTo>
                <a:lnTo>
                  <a:pt x="1916993" y="1037508"/>
                </a:lnTo>
                <a:lnTo>
                  <a:pt x="1899572" y="988303"/>
                </a:lnTo>
                <a:lnTo>
                  <a:pt x="1881062" y="939944"/>
                </a:lnTo>
                <a:lnTo>
                  <a:pt x="1861485" y="892458"/>
                </a:lnTo>
                <a:lnTo>
                  <a:pt x="1840860" y="845874"/>
                </a:lnTo>
                <a:lnTo>
                  <a:pt x="1819209" y="800221"/>
                </a:lnTo>
                <a:lnTo>
                  <a:pt x="1796555" y="755526"/>
                </a:lnTo>
                <a:lnTo>
                  <a:pt x="1772917" y="711818"/>
                </a:lnTo>
                <a:lnTo>
                  <a:pt x="1748316" y="669125"/>
                </a:lnTo>
                <a:lnTo>
                  <a:pt x="1722775" y="627476"/>
                </a:lnTo>
                <a:lnTo>
                  <a:pt x="1696315" y="586898"/>
                </a:lnTo>
                <a:lnTo>
                  <a:pt x="1668956" y="547421"/>
                </a:lnTo>
                <a:lnTo>
                  <a:pt x="1640720" y="509072"/>
                </a:lnTo>
                <a:lnTo>
                  <a:pt x="1611628" y="471881"/>
                </a:lnTo>
                <a:lnTo>
                  <a:pt x="1581701" y="435874"/>
                </a:lnTo>
                <a:lnTo>
                  <a:pt x="1550961" y="401081"/>
                </a:lnTo>
                <a:lnTo>
                  <a:pt x="1519428" y="367530"/>
                </a:lnTo>
                <a:lnTo>
                  <a:pt x="1487125" y="335249"/>
                </a:lnTo>
                <a:lnTo>
                  <a:pt x="1454071" y="304267"/>
                </a:lnTo>
                <a:lnTo>
                  <a:pt x="1420289" y="274611"/>
                </a:lnTo>
                <a:lnTo>
                  <a:pt x="1385799" y="246311"/>
                </a:lnTo>
                <a:lnTo>
                  <a:pt x="1350623" y="219394"/>
                </a:lnTo>
                <a:lnTo>
                  <a:pt x="1314782" y="193889"/>
                </a:lnTo>
                <a:lnTo>
                  <a:pt x="1278297" y="169824"/>
                </a:lnTo>
                <a:lnTo>
                  <a:pt x="1241189" y="147228"/>
                </a:lnTo>
                <a:lnTo>
                  <a:pt x="1203480" y="126129"/>
                </a:lnTo>
                <a:lnTo>
                  <a:pt x="1165191" y="106554"/>
                </a:lnTo>
                <a:lnTo>
                  <a:pt x="1126343" y="88533"/>
                </a:lnTo>
                <a:lnTo>
                  <a:pt x="1086957" y="72094"/>
                </a:lnTo>
                <a:lnTo>
                  <a:pt x="1047054" y="57266"/>
                </a:lnTo>
                <a:lnTo>
                  <a:pt x="1006657" y="44075"/>
                </a:lnTo>
                <a:lnTo>
                  <a:pt x="965785" y="32552"/>
                </a:lnTo>
                <a:lnTo>
                  <a:pt x="924460" y="22723"/>
                </a:lnTo>
                <a:lnTo>
                  <a:pt x="882703" y="14618"/>
                </a:lnTo>
                <a:lnTo>
                  <a:pt x="840536" y="8265"/>
                </a:lnTo>
                <a:lnTo>
                  <a:pt x="797980" y="3692"/>
                </a:lnTo>
                <a:lnTo>
                  <a:pt x="755055" y="927"/>
                </a:lnTo>
                <a:lnTo>
                  <a:pt x="71178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600200"/>
            <a:ext cx="3590925" cy="34861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504690" y="1972627"/>
            <a:ext cx="3928745" cy="344805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355600" marR="88265" indent="-343535">
              <a:lnSpc>
                <a:spcPct val="92400"/>
              </a:lnSpc>
              <a:spcBef>
                <a:spcPts val="3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Processing,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handle </a:t>
            </a:r>
            <a:r>
              <a:rPr dirty="0" sz="2150">
                <a:latin typeface="Calibri"/>
                <a:cs typeface="Calibri"/>
              </a:rPr>
              <a:t>mouse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keyboard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events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to </a:t>
            </a:r>
            <a:r>
              <a:rPr dirty="0" sz="2150">
                <a:latin typeface="Calibri"/>
                <a:cs typeface="Calibri"/>
              </a:rPr>
              <a:t>create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interactive</a:t>
            </a:r>
            <a:r>
              <a:rPr dirty="0" sz="2150" spc="-10">
                <a:latin typeface="Calibri"/>
                <a:cs typeface="Calibri"/>
              </a:rPr>
              <a:t> animations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respond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input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35">
                <a:latin typeface="Calibri"/>
                <a:cs typeface="Calibri"/>
              </a:rPr>
              <a:t>in </a:t>
            </a:r>
            <a:r>
              <a:rPr dirty="0" sz="2150">
                <a:latin typeface="Calibri"/>
                <a:cs typeface="Calibri"/>
              </a:rPr>
              <a:t>real-</a:t>
            </a:r>
            <a:r>
              <a:rPr dirty="0" sz="2150" spc="-10">
                <a:latin typeface="Calibri"/>
                <a:cs typeface="Calibri"/>
              </a:rPr>
              <a:t>time.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92600"/>
              </a:lnSpc>
              <a:spcBef>
                <a:spcPts val="47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solidFill>
                  <a:srgbClr val="FF0000"/>
                </a:solidFill>
                <a:latin typeface="Calibri"/>
                <a:cs typeface="Calibri"/>
              </a:rPr>
              <a:t>mouseMoved()</a:t>
            </a:r>
            <a:r>
              <a:rPr dirty="0" sz="2150" spc="1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function </a:t>
            </a:r>
            <a:r>
              <a:rPr dirty="0" sz="2150">
                <a:latin typeface="Calibri"/>
                <a:cs typeface="Calibri"/>
              </a:rPr>
              <a:t>updates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black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circle's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position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match the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cursor,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creating</a:t>
            </a:r>
            <a:r>
              <a:rPr dirty="0" sz="2150" spc="5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animation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where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circle </a:t>
            </a:r>
            <a:r>
              <a:rPr dirty="0" sz="2150">
                <a:latin typeface="Calibri"/>
                <a:cs typeface="Calibri"/>
              </a:rPr>
              <a:t>follows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mouse.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7650" y="5705475"/>
            <a:ext cx="390525" cy="152400"/>
          </a:xfrm>
          <a:custGeom>
            <a:avLst/>
            <a:gdLst/>
            <a:ahLst/>
            <a:cxnLst/>
            <a:rect l="l" t="t" r="r" b="b"/>
            <a:pathLst>
              <a:path w="390525" h="152400">
                <a:moveTo>
                  <a:pt x="390525" y="0"/>
                </a:moveTo>
                <a:lnTo>
                  <a:pt x="0" y="0"/>
                </a:lnTo>
                <a:lnTo>
                  <a:pt x="0" y="152400"/>
                </a:lnTo>
                <a:lnTo>
                  <a:pt x="390525" y="152400"/>
                </a:lnTo>
                <a:lnTo>
                  <a:pt x="39052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47650" y="0"/>
            <a:ext cx="8672830" cy="6644005"/>
            <a:chOff x="247650" y="0"/>
            <a:chExt cx="8672830" cy="6644005"/>
          </a:xfrm>
        </p:grpSpPr>
        <p:sp>
          <p:nvSpPr>
            <p:cNvPr id="4" name="object 4" descr=""/>
            <p:cNvSpPr/>
            <p:nvPr/>
          </p:nvSpPr>
          <p:spPr>
            <a:xfrm>
              <a:off x="247650" y="0"/>
              <a:ext cx="390525" cy="5610225"/>
            </a:xfrm>
            <a:custGeom>
              <a:avLst/>
              <a:gdLst/>
              <a:ahLst/>
              <a:cxnLst/>
              <a:rect l="l" t="t" r="r" b="b"/>
              <a:pathLst>
                <a:path w="390525" h="5610225">
                  <a:moveTo>
                    <a:pt x="390525" y="0"/>
                  </a:moveTo>
                  <a:lnTo>
                    <a:pt x="0" y="0"/>
                  </a:lnTo>
                  <a:lnTo>
                    <a:pt x="0" y="5610225"/>
                  </a:lnTo>
                  <a:lnTo>
                    <a:pt x="390525" y="5610225"/>
                  </a:lnTo>
                  <a:lnTo>
                    <a:pt x="39052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" y="485711"/>
              <a:ext cx="8634476" cy="615797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38150" y="514350"/>
              <a:ext cx="8334375" cy="5857875"/>
            </a:xfrm>
            <a:custGeom>
              <a:avLst/>
              <a:gdLst/>
              <a:ahLst/>
              <a:cxnLst/>
              <a:rect l="l" t="t" r="r" b="b"/>
              <a:pathLst>
                <a:path w="8334375" h="5857875">
                  <a:moveTo>
                    <a:pt x="8334375" y="0"/>
                  </a:moveTo>
                  <a:lnTo>
                    <a:pt x="0" y="0"/>
                  </a:lnTo>
                  <a:lnTo>
                    <a:pt x="0" y="5857875"/>
                  </a:lnTo>
                  <a:lnTo>
                    <a:pt x="8334375" y="5857875"/>
                  </a:lnTo>
                  <a:lnTo>
                    <a:pt x="8334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5357" y="1228407"/>
            <a:ext cx="3460115" cy="809625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 marR="5080" indent="986155">
              <a:lnSpc>
                <a:spcPts val="2930"/>
              </a:lnSpc>
              <a:spcBef>
                <a:spcPts val="455"/>
              </a:spcBef>
            </a:pPr>
            <a:r>
              <a:rPr dirty="0" sz="2700"/>
              <a:t>Drawing</a:t>
            </a:r>
            <a:r>
              <a:rPr dirty="0" sz="2700" spc="-100"/>
              <a:t> </a:t>
            </a:r>
            <a:r>
              <a:rPr dirty="0" sz="2700" spc="-50"/>
              <a:t>&amp; </a:t>
            </a:r>
            <a:r>
              <a:rPr dirty="0" sz="2700" spc="-10"/>
              <a:t>Interaction</a:t>
            </a:r>
            <a:r>
              <a:rPr dirty="0" sz="2700" spc="-40"/>
              <a:t> </a:t>
            </a:r>
            <a:r>
              <a:rPr dirty="0" sz="2700"/>
              <a:t>-</a:t>
            </a:r>
            <a:r>
              <a:rPr dirty="0" sz="2700" spc="-40"/>
              <a:t> </a:t>
            </a:r>
            <a:r>
              <a:rPr dirty="0" sz="2700" spc="-10"/>
              <a:t>interactivity</a:t>
            </a:r>
            <a:endParaRPr sz="2700"/>
          </a:p>
        </p:txBody>
      </p:sp>
      <p:grpSp>
        <p:nvGrpSpPr>
          <p:cNvPr id="8" name="object 8" descr=""/>
          <p:cNvGrpSpPr/>
          <p:nvPr/>
        </p:nvGrpSpPr>
        <p:grpSpPr>
          <a:xfrm>
            <a:off x="790575" y="1381125"/>
            <a:ext cx="7677150" cy="4229100"/>
            <a:chOff x="790575" y="1381125"/>
            <a:chExt cx="7677150" cy="4229100"/>
          </a:xfrm>
        </p:grpSpPr>
        <p:sp>
          <p:nvSpPr>
            <p:cNvPr id="9" name="object 9" descr=""/>
            <p:cNvSpPr/>
            <p:nvPr/>
          </p:nvSpPr>
          <p:spPr>
            <a:xfrm>
              <a:off x="790575" y="2266950"/>
              <a:ext cx="3705225" cy="28575"/>
            </a:xfrm>
            <a:custGeom>
              <a:avLst/>
              <a:gdLst/>
              <a:ahLst/>
              <a:cxnLst/>
              <a:rect l="l" t="t" r="r" b="b"/>
              <a:pathLst>
                <a:path w="3705225" h="28575">
                  <a:moveTo>
                    <a:pt x="37052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705225" y="28575"/>
                  </a:lnTo>
                  <a:lnTo>
                    <a:pt x="370522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1381125"/>
              <a:ext cx="3228975" cy="422910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71537" y="3079178"/>
            <a:ext cx="3565525" cy="2473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55600" marR="172085" indent="-343535">
              <a:lnSpc>
                <a:spcPct val="100699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keyPressed()</a:t>
            </a:r>
            <a:r>
              <a:rPr dirty="0" sz="17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function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detects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presses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arrow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key, </a:t>
            </a:r>
            <a:r>
              <a:rPr dirty="0" sz="1700">
                <a:latin typeface="Calibri"/>
                <a:cs typeface="Calibri"/>
              </a:rPr>
              <a:t>updating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square’s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position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 spc="-10">
                <a:latin typeface="Calibri"/>
                <a:cs typeface="Calibri"/>
              </a:rPr>
              <a:t>create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movement.</a:t>
            </a:r>
            <a:endParaRPr sz="1700">
              <a:latin typeface="Calibri"/>
              <a:cs typeface="Calibri"/>
            </a:endParaRPr>
          </a:p>
          <a:p>
            <a:pPr marL="355600" marR="5080" indent="-343535">
              <a:lnSpc>
                <a:spcPct val="101200"/>
              </a:lnSpc>
              <a:spcBef>
                <a:spcPts val="3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mouse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10">
                <a:latin typeface="Calibri"/>
                <a:cs typeface="Calibri"/>
              </a:rPr>
              <a:t> keyboard </a:t>
            </a:r>
            <a:r>
              <a:rPr dirty="0" sz="1700">
                <a:latin typeface="Calibri"/>
                <a:cs typeface="Calibri"/>
              </a:rPr>
              <a:t>events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allows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7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dynamic, interactive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animations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Processing.</a:t>
            </a:r>
            <a:endParaRPr sz="1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Experimenting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event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handlers</a:t>
            </a:r>
            <a:endParaRPr sz="17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dirty="0" sz="1700">
                <a:latin typeface="Calibri"/>
                <a:cs typeface="Calibri"/>
              </a:rPr>
              <a:t>enhances</a:t>
            </a:r>
            <a:r>
              <a:rPr dirty="0" sz="1700" spc="-10">
                <a:latin typeface="Calibri"/>
                <a:cs typeface="Calibri"/>
              </a:rPr>
              <a:t> interactivity.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89191" y="545146"/>
            <a:ext cx="1783714" cy="1551305"/>
          </a:xfrm>
          <a:custGeom>
            <a:avLst/>
            <a:gdLst/>
            <a:ahLst/>
            <a:cxnLst/>
            <a:rect l="l" t="t" r="r" b="b"/>
            <a:pathLst>
              <a:path w="1783715" h="1551305">
                <a:moveTo>
                  <a:pt x="1783714" y="1551242"/>
                </a:moveTo>
                <a:lnTo>
                  <a:pt x="1777383" y="1500791"/>
                </a:lnTo>
                <a:lnTo>
                  <a:pt x="1769690" y="1450642"/>
                </a:lnTo>
                <a:lnTo>
                  <a:pt x="1760663" y="1400827"/>
                </a:lnTo>
                <a:lnTo>
                  <a:pt x="1750327" y="1351376"/>
                </a:lnTo>
                <a:lnTo>
                  <a:pt x="1738710" y="1302319"/>
                </a:lnTo>
                <a:lnTo>
                  <a:pt x="1725838" y="1253687"/>
                </a:lnTo>
                <a:lnTo>
                  <a:pt x="1711737" y="1205511"/>
                </a:lnTo>
                <a:lnTo>
                  <a:pt x="1696434" y="1157821"/>
                </a:lnTo>
                <a:lnTo>
                  <a:pt x="1679956" y="1110649"/>
                </a:lnTo>
                <a:lnTo>
                  <a:pt x="1662329" y="1064024"/>
                </a:lnTo>
                <a:lnTo>
                  <a:pt x="1643579" y="1017978"/>
                </a:lnTo>
                <a:lnTo>
                  <a:pt x="1623734" y="972541"/>
                </a:lnTo>
                <a:lnTo>
                  <a:pt x="1602819" y="927744"/>
                </a:lnTo>
                <a:lnTo>
                  <a:pt x="1580861" y="883617"/>
                </a:lnTo>
                <a:lnTo>
                  <a:pt x="1557887" y="840191"/>
                </a:lnTo>
                <a:lnTo>
                  <a:pt x="1533923" y="797497"/>
                </a:lnTo>
                <a:lnTo>
                  <a:pt x="1508996" y="755566"/>
                </a:lnTo>
                <a:lnTo>
                  <a:pt x="1483132" y="714428"/>
                </a:lnTo>
                <a:lnTo>
                  <a:pt x="1456358" y="674113"/>
                </a:lnTo>
                <a:lnTo>
                  <a:pt x="1428701" y="634653"/>
                </a:lnTo>
                <a:lnTo>
                  <a:pt x="1400186" y="596078"/>
                </a:lnTo>
                <a:lnTo>
                  <a:pt x="1370841" y="558419"/>
                </a:lnTo>
                <a:lnTo>
                  <a:pt x="1340692" y="521706"/>
                </a:lnTo>
                <a:lnTo>
                  <a:pt x="1309765" y="485970"/>
                </a:lnTo>
                <a:lnTo>
                  <a:pt x="1278087" y="451242"/>
                </a:lnTo>
                <a:lnTo>
                  <a:pt x="1245685" y="417553"/>
                </a:lnTo>
                <a:lnTo>
                  <a:pt x="1212585" y="384932"/>
                </a:lnTo>
                <a:lnTo>
                  <a:pt x="1178813" y="353412"/>
                </a:lnTo>
                <a:lnTo>
                  <a:pt x="1144397" y="323021"/>
                </a:lnTo>
                <a:lnTo>
                  <a:pt x="1109362" y="293792"/>
                </a:lnTo>
                <a:lnTo>
                  <a:pt x="1073736" y="265755"/>
                </a:lnTo>
                <a:lnTo>
                  <a:pt x="1037544" y="238940"/>
                </a:lnTo>
                <a:lnTo>
                  <a:pt x="1000814" y="213378"/>
                </a:lnTo>
                <a:lnTo>
                  <a:pt x="963571" y="189100"/>
                </a:lnTo>
                <a:lnTo>
                  <a:pt x="925843" y="166136"/>
                </a:lnTo>
                <a:lnTo>
                  <a:pt x="887656" y="144517"/>
                </a:lnTo>
                <a:lnTo>
                  <a:pt x="849036" y="124274"/>
                </a:lnTo>
                <a:lnTo>
                  <a:pt x="810010" y="105437"/>
                </a:lnTo>
                <a:lnTo>
                  <a:pt x="770604" y="88038"/>
                </a:lnTo>
                <a:lnTo>
                  <a:pt x="730846" y="72106"/>
                </a:lnTo>
                <a:lnTo>
                  <a:pt x="690761" y="57672"/>
                </a:lnTo>
                <a:lnTo>
                  <a:pt x="650376" y="44768"/>
                </a:lnTo>
                <a:lnTo>
                  <a:pt x="609717" y="33423"/>
                </a:lnTo>
                <a:lnTo>
                  <a:pt x="568812" y="23669"/>
                </a:lnTo>
                <a:lnTo>
                  <a:pt x="527686" y="15536"/>
                </a:lnTo>
                <a:lnTo>
                  <a:pt x="486367" y="9054"/>
                </a:lnTo>
                <a:lnTo>
                  <a:pt x="444880" y="4255"/>
                </a:lnTo>
                <a:lnTo>
                  <a:pt x="392743" y="716"/>
                </a:lnTo>
                <a:lnTo>
                  <a:pt x="341111" y="0"/>
                </a:lnTo>
                <a:lnTo>
                  <a:pt x="290058" y="2096"/>
                </a:lnTo>
                <a:lnTo>
                  <a:pt x="239658" y="6995"/>
                </a:lnTo>
                <a:lnTo>
                  <a:pt x="189982" y="14689"/>
                </a:lnTo>
                <a:lnTo>
                  <a:pt x="141106" y="25167"/>
                </a:lnTo>
                <a:lnTo>
                  <a:pt x="93101" y="38421"/>
                </a:lnTo>
                <a:lnTo>
                  <a:pt x="46041" y="54440"/>
                </a:lnTo>
                <a:lnTo>
                  <a:pt x="0" y="73216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3288" rIns="0" bIns="0" rtlCol="0" vert="horz">
            <a:spAutoFit/>
          </a:bodyPr>
          <a:lstStyle/>
          <a:p>
            <a:pPr marL="3932554" marR="5080" indent="1024255">
              <a:lnSpc>
                <a:spcPts val="3080"/>
              </a:lnSpc>
              <a:spcBef>
                <a:spcPts val="409"/>
              </a:spcBef>
            </a:pPr>
            <a:r>
              <a:rPr dirty="0" sz="2750"/>
              <a:t>Drawing</a:t>
            </a:r>
            <a:r>
              <a:rPr dirty="0" sz="2750" spc="65"/>
              <a:t> </a:t>
            </a:r>
            <a:r>
              <a:rPr dirty="0" sz="2750" spc="-50"/>
              <a:t>&amp; </a:t>
            </a:r>
            <a:r>
              <a:rPr dirty="0" sz="2750"/>
              <a:t>Interaction</a:t>
            </a:r>
            <a:r>
              <a:rPr dirty="0" sz="2750" spc="30"/>
              <a:t> </a:t>
            </a:r>
            <a:r>
              <a:rPr dirty="0" sz="2750"/>
              <a:t>-</a:t>
            </a:r>
            <a:r>
              <a:rPr dirty="0" sz="2750" spc="40"/>
              <a:t> </a:t>
            </a:r>
            <a:r>
              <a:rPr dirty="0" sz="2750" spc="-10"/>
              <a:t>interactivity</a:t>
            </a:r>
            <a:endParaRPr sz="2750"/>
          </a:p>
        </p:txBody>
      </p:sp>
      <p:sp>
        <p:nvSpPr>
          <p:cNvPr id="4" name="object 4" descr=""/>
          <p:cNvSpPr/>
          <p:nvPr/>
        </p:nvSpPr>
        <p:spPr>
          <a:xfrm>
            <a:off x="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711784" y="0"/>
                </a:moveTo>
                <a:lnTo>
                  <a:pt x="663064" y="1177"/>
                </a:lnTo>
                <a:lnTo>
                  <a:pt x="614789" y="4680"/>
                </a:lnTo>
                <a:lnTo>
                  <a:pt x="566988" y="10470"/>
                </a:lnTo>
                <a:lnTo>
                  <a:pt x="519691" y="18506"/>
                </a:lnTo>
                <a:lnTo>
                  <a:pt x="472929" y="28746"/>
                </a:lnTo>
                <a:lnTo>
                  <a:pt x="426732" y="41149"/>
                </a:lnTo>
                <a:lnTo>
                  <a:pt x="381131" y="55676"/>
                </a:lnTo>
                <a:lnTo>
                  <a:pt x="336155" y="72285"/>
                </a:lnTo>
                <a:lnTo>
                  <a:pt x="291835" y="90936"/>
                </a:lnTo>
                <a:lnTo>
                  <a:pt x="248202" y="111587"/>
                </a:lnTo>
                <a:lnTo>
                  <a:pt x="205285" y="134199"/>
                </a:lnTo>
                <a:lnTo>
                  <a:pt x="163115" y="158729"/>
                </a:lnTo>
                <a:lnTo>
                  <a:pt x="121722" y="185138"/>
                </a:lnTo>
                <a:lnTo>
                  <a:pt x="81136" y="213385"/>
                </a:lnTo>
                <a:lnTo>
                  <a:pt x="0" y="279247"/>
                </a:lnTo>
                <a:lnTo>
                  <a:pt x="0" y="1371600"/>
                </a:lnTo>
                <a:lnTo>
                  <a:pt x="2000250" y="1371600"/>
                </a:lnTo>
                <a:lnTo>
                  <a:pt x="1975358" y="1242212"/>
                </a:lnTo>
                <a:lnTo>
                  <a:pt x="1962506" y="1189910"/>
                </a:lnTo>
                <a:lnTo>
                  <a:pt x="1948481" y="1138339"/>
                </a:lnTo>
                <a:lnTo>
                  <a:pt x="1933303" y="1087529"/>
                </a:lnTo>
                <a:lnTo>
                  <a:pt x="1916993" y="1037508"/>
                </a:lnTo>
                <a:lnTo>
                  <a:pt x="1899572" y="988303"/>
                </a:lnTo>
                <a:lnTo>
                  <a:pt x="1881062" y="939944"/>
                </a:lnTo>
                <a:lnTo>
                  <a:pt x="1861485" y="892458"/>
                </a:lnTo>
                <a:lnTo>
                  <a:pt x="1840860" y="845874"/>
                </a:lnTo>
                <a:lnTo>
                  <a:pt x="1819209" y="800221"/>
                </a:lnTo>
                <a:lnTo>
                  <a:pt x="1796555" y="755526"/>
                </a:lnTo>
                <a:lnTo>
                  <a:pt x="1772917" y="711818"/>
                </a:lnTo>
                <a:lnTo>
                  <a:pt x="1748316" y="669125"/>
                </a:lnTo>
                <a:lnTo>
                  <a:pt x="1722775" y="627476"/>
                </a:lnTo>
                <a:lnTo>
                  <a:pt x="1696315" y="586898"/>
                </a:lnTo>
                <a:lnTo>
                  <a:pt x="1668956" y="547421"/>
                </a:lnTo>
                <a:lnTo>
                  <a:pt x="1640720" y="509072"/>
                </a:lnTo>
                <a:lnTo>
                  <a:pt x="1611628" y="471881"/>
                </a:lnTo>
                <a:lnTo>
                  <a:pt x="1581701" y="435874"/>
                </a:lnTo>
                <a:lnTo>
                  <a:pt x="1550961" y="401081"/>
                </a:lnTo>
                <a:lnTo>
                  <a:pt x="1519428" y="367530"/>
                </a:lnTo>
                <a:lnTo>
                  <a:pt x="1487125" y="335249"/>
                </a:lnTo>
                <a:lnTo>
                  <a:pt x="1454071" y="304267"/>
                </a:lnTo>
                <a:lnTo>
                  <a:pt x="1420289" y="274611"/>
                </a:lnTo>
                <a:lnTo>
                  <a:pt x="1385799" y="246311"/>
                </a:lnTo>
                <a:lnTo>
                  <a:pt x="1350623" y="219394"/>
                </a:lnTo>
                <a:lnTo>
                  <a:pt x="1314782" y="193889"/>
                </a:lnTo>
                <a:lnTo>
                  <a:pt x="1278297" y="169824"/>
                </a:lnTo>
                <a:lnTo>
                  <a:pt x="1241189" y="147228"/>
                </a:lnTo>
                <a:lnTo>
                  <a:pt x="1203480" y="126129"/>
                </a:lnTo>
                <a:lnTo>
                  <a:pt x="1165191" y="106554"/>
                </a:lnTo>
                <a:lnTo>
                  <a:pt x="1126343" y="88533"/>
                </a:lnTo>
                <a:lnTo>
                  <a:pt x="1086957" y="72094"/>
                </a:lnTo>
                <a:lnTo>
                  <a:pt x="1047054" y="57266"/>
                </a:lnTo>
                <a:lnTo>
                  <a:pt x="1006657" y="44075"/>
                </a:lnTo>
                <a:lnTo>
                  <a:pt x="965785" y="32552"/>
                </a:lnTo>
                <a:lnTo>
                  <a:pt x="924460" y="22723"/>
                </a:lnTo>
                <a:lnTo>
                  <a:pt x="882703" y="14618"/>
                </a:lnTo>
                <a:lnTo>
                  <a:pt x="840536" y="8265"/>
                </a:lnTo>
                <a:lnTo>
                  <a:pt x="797980" y="3692"/>
                </a:lnTo>
                <a:lnTo>
                  <a:pt x="755055" y="927"/>
                </a:lnTo>
                <a:lnTo>
                  <a:pt x="71178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552575"/>
            <a:ext cx="3590925" cy="358140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/>
              <a:t>Some</a:t>
            </a:r>
            <a:r>
              <a:rPr dirty="0" spc="-45"/>
              <a:t> </a:t>
            </a:r>
            <a:r>
              <a:rPr dirty="0"/>
              <a:t>Mouse</a:t>
            </a:r>
            <a:r>
              <a:rPr dirty="0" spc="25"/>
              <a:t> </a:t>
            </a:r>
            <a:r>
              <a:rPr dirty="0" spc="-20"/>
              <a:t>Event</a:t>
            </a:r>
            <a:r>
              <a:rPr dirty="0" spc="-65"/>
              <a:t> </a:t>
            </a:r>
            <a:r>
              <a:rPr dirty="0"/>
              <a:t>Functions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10"/>
              <a:t>Processing:</a:t>
            </a: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10" b="0">
                <a:latin typeface="Calibri"/>
                <a:cs typeface="Calibri"/>
              </a:rPr>
              <a:t>mousePressed()</a:t>
            </a:r>
          </a:p>
          <a:p>
            <a:pPr marL="12700" marR="2774315">
              <a:lnSpc>
                <a:spcPct val="110100"/>
              </a:lnSpc>
              <a:spcBef>
                <a:spcPts val="30"/>
              </a:spcBef>
            </a:pPr>
            <a:r>
              <a:rPr dirty="0" spc="-10" b="0">
                <a:latin typeface="Calibri"/>
                <a:cs typeface="Calibri"/>
              </a:rPr>
              <a:t>mouseReleased() mouseClicked() mouseMoved() mouseDragged()</a:t>
            </a: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10" b="0">
                <a:latin typeface="Calibri"/>
                <a:cs typeface="Calibri"/>
              </a:rPr>
              <a:t>mouseWheel(MouseEvent</a:t>
            </a:r>
            <a:r>
              <a:rPr dirty="0" spc="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event)</a:t>
            </a: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/>
              <a:t>Some</a:t>
            </a:r>
            <a:r>
              <a:rPr dirty="0" spc="-75"/>
              <a:t> </a:t>
            </a:r>
            <a:r>
              <a:rPr dirty="0" spc="-10"/>
              <a:t>Keyboard</a:t>
            </a:r>
            <a:r>
              <a:rPr dirty="0" spc="-65"/>
              <a:t> </a:t>
            </a:r>
            <a:r>
              <a:rPr dirty="0"/>
              <a:t>Event</a:t>
            </a:r>
            <a:r>
              <a:rPr dirty="0" spc="-25"/>
              <a:t> </a:t>
            </a:r>
            <a:r>
              <a:rPr dirty="0"/>
              <a:t>Functions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 spc="-10"/>
              <a:t>Processing:</a:t>
            </a:r>
          </a:p>
          <a:p>
            <a:pPr marL="12700" marR="3089910">
              <a:lnSpc>
                <a:spcPct val="109600"/>
              </a:lnSpc>
              <a:spcBef>
                <a:spcPts val="35"/>
              </a:spcBef>
            </a:pPr>
            <a:r>
              <a:rPr dirty="0" spc="-10" b="0">
                <a:latin typeface="Calibri"/>
                <a:cs typeface="Calibri"/>
              </a:rPr>
              <a:t>keyPressed() </a:t>
            </a:r>
            <a:r>
              <a:rPr dirty="0" spc="-20" b="0">
                <a:latin typeface="Calibri"/>
                <a:cs typeface="Calibri"/>
              </a:rPr>
              <a:t>keyReleased() </a:t>
            </a:r>
            <a:r>
              <a:rPr dirty="0" spc="-10" b="0">
                <a:latin typeface="Calibri"/>
                <a:cs typeface="Calibri"/>
              </a:rPr>
              <a:t>keyTyped()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044" y="380365"/>
            <a:ext cx="6498590" cy="123888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 indent="2101215">
              <a:lnSpc>
                <a:spcPts val="4500"/>
              </a:lnSpc>
              <a:spcBef>
                <a:spcPts val="705"/>
              </a:spcBef>
            </a:pPr>
            <a:r>
              <a:rPr dirty="0" sz="4200"/>
              <a:t>Drawing</a:t>
            </a:r>
            <a:r>
              <a:rPr dirty="0" sz="4200" spc="-150"/>
              <a:t> </a:t>
            </a:r>
            <a:r>
              <a:rPr dirty="0" sz="4200" spc="-50"/>
              <a:t>&amp; </a:t>
            </a:r>
            <a:r>
              <a:rPr dirty="0" sz="4200" spc="-10"/>
              <a:t>Interaction</a:t>
            </a:r>
            <a:r>
              <a:rPr dirty="0" sz="4200" spc="-60"/>
              <a:t> </a:t>
            </a:r>
            <a:r>
              <a:rPr dirty="0" sz="4200"/>
              <a:t>–</a:t>
            </a:r>
            <a:r>
              <a:rPr dirty="0" sz="4200" spc="-95"/>
              <a:t> </a:t>
            </a:r>
            <a:r>
              <a:rPr dirty="0" sz="4200"/>
              <a:t>about</a:t>
            </a:r>
            <a:r>
              <a:rPr dirty="0" sz="4200" spc="-65"/>
              <a:t> </a:t>
            </a:r>
            <a:r>
              <a:rPr dirty="0" sz="4200" spc="-10"/>
              <a:t>animation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74687" y="2672905"/>
            <a:ext cx="3110230" cy="34499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4610">
              <a:lnSpc>
                <a:spcPct val="1095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Animation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Processing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10">
                <a:latin typeface="Calibri"/>
                <a:cs typeface="Calibri"/>
              </a:rPr>
              <a:t> dynamic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visuals.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techniques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include:</a:t>
            </a:r>
            <a:endParaRPr sz="1200">
              <a:latin typeface="Calibri"/>
              <a:cs typeface="Calibri"/>
            </a:endParaRPr>
          </a:p>
          <a:p>
            <a:pPr marL="355600" indent="-342900">
              <a:lnSpc>
                <a:spcPts val="1395"/>
              </a:lnSpc>
              <a:spcBef>
                <a:spcPts val="13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b="1">
                <a:latin typeface="Calibri"/>
                <a:cs typeface="Calibri"/>
              </a:rPr>
              <a:t>Easing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functions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Smooth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transitions</a:t>
            </a:r>
            <a:r>
              <a:rPr dirty="0" sz="1200" spc="-25">
                <a:latin typeface="Calibri"/>
                <a:cs typeface="Calibri"/>
              </a:rPr>
              <a:t> by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ts val="1315"/>
              </a:lnSpc>
            </a:pPr>
            <a:r>
              <a:rPr dirty="0" sz="1200" spc="-10">
                <a:latin typeface="Calibri"/>
                <a:cs typeface="Calibri"/>
              </a:rPr>
              <a:t>controlling animation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speed.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ts val="1360"/>
              </a:lnSpc>
            </a:pPr>
            <a:r>
              <a:rPr dirty="0" sz="1200">
                <a:latin typeface="Calibri"/>
                <a:cs typeface="Calibri"/>
              </a:rPr>
              <a:t>(Smooth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Movement)</a:t>
            </a:r>
            <a:endParaRPr sz="1200">
              <a:latin typeface="Calibri"/>
              <a:cs typeface="Calibri"/>
            </a:endParaRPr>
          </a:p>
          <a:p>
            <a:pPr marL="355600" marR="5080" indent="-343535">
              <a:lnSpc>
                <a:spcPts val="128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 b="1">
                <a:latin typeface="Calibri"/>
                <a:cs typeface="Calibri"/>
              </a:rPr>
              <a:t>Keyframes</a:t>
            </a:r>
            <a:r>
              <a:rPr dirty="0" sz="1200" spc="-10">
                <a:latin typeface="Calibri"/>
                <a:cs typeface="Calibri"/>
              </a:rPr>
              <a:t>: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points 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smooth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interpolation.</a:t>
            </a:r>
            <a:endParaRPr sz="1200">
              <a:latin typeface="Calibri"/>
              <a:cs typeface="Calibri"/>
            </a:endParaRPr>
          </a:p>
          <a:p>
            <a:pPr algn="ctr" marR="145415">
              <a:lnSpc>
                <a:spcPts val="1335"/>
              </a:lnSpc>
            </a:pPr>
            <a:r>
              <a:rPr dirty="0" sz="1200">
                <a:latin typeface="Calibri"/>
                <a:cs typeface="Calibri"/>
              </a:rPr>
              <a:t>(Smooth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20">
                <a:latin typeface="Calibri"/>
                <a:cs typeface="Calibri"/>
              </a:rPr>
              <a:t> between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Points)</a:t>
            </a:r>
            <a:endParaRPr sz="1200">
              <a:latin typeface="Calibri"/>
              <a:cs typeface="Calibri"/>
            </a:endParaRPr>
          </a:p>
          <a:p>
            <a:pPr algn="ctr" marL="342900" marR="89535" indent="-342900">
              <a:lnSpc>
                <a:spcPts val="1355"/>
              </a:lnSpc>
              <a:spcBef>
                <a:spcPts val="135"/>
              </a:spcBef>
              <a:buFont typeface="Arial"/>
              <a:buChar char="•"/>
              <a:tabLst>
                <a:tab pos="342900" algn="l"/>
              </a:tabLst>
            </a:pPr>
            <a:r>
              <a:rPr dirty="0" sz="1200" b="1">
                <a:latin typeface="Calibri"/>
                <a:cs typeface="Calibri"/>
              </a:rPr>
              <a:t>Looping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bouncing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Repeat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sequences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</a:t>
            </a:r>
            <a:endParaRPr sz="1200">
              <a:latin typeface="Calibri"/>
              <a:cs typeface="Calibri"/>
            </a:endParaRPr>
          </a:p>
          <a:p>
            <a:pPr marL="355600" marR="881380">
              <a:lnSpc>
                <a:spcPts val="1280"/>
              </a:lnSpc>
              <a:spcBef>
                <a:spcPts val="95"/>
              </a:spcBef>
            </a:pP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elasticity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lively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effects. (Back-and-</a:t>
            </a:r>
            <a:r>
              <a:rPr dirty="0" sz="1200">
                <a:latin typeface="Calibri"/>
                <a:cs typeface="Calibri"/>
              </a:rPr>
              <a:t>Forth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Motion)</a:t>
            </a:r>
            <a:endParaRPr sz="1200">
              <a:latin typeface="Calibri"/>
              <a:cs typeface="Calibri"/>
            </a:endParaRPr>
          </a:p>
          <a:p>
            <a:pPr marL="355600" indent="-342900">
              <a:lnSpc>
                <a:spcPts val="1395"/>
              </a:lnSpc>
              <a:spcBef>
                <a:spcPts val="1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b="1">
                <a:latin typeface="Calibri"/>
                <a:cs typeface="Calibri"/>
              </a:rPr>
              <a:t>Particle </a:t>
            </a:r>
            <a:r>
              <a:rPr dirty="0" sz="1200" spc="-10" b="1">
                <a:latin typeface="Calibri"/>
                <a:cs typeface="Calibri"/>
              </a:rPr>
              <a:t>systems</a:t>
            </a:r>
            <a:r>
              <a:rPr dirty="0" sz="1200" spc="-10">
                <a:latin typeface="Calibri"/>
                <a:cs typeface="Calibri"/>
              </a:rPr>
              <a:t>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Simulate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particles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ts val="1315"/>
              </a:lnSpc>
            </a:pP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effects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smoke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fire.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ts val="1360"/>
              </a:lnSpc>
            </a:pPr>
            <a:r>
              <a:rPr dirty="0" sz="1200">
                <a:latin typeface="Calibri"/>
                <a:cs typeface="Calibri"/>
              </a:rPr>
              <a:t>(Simulating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Particles)</a:t>
            </a:r>
            <a:endParaRPr sz="1200">
              <a:latin typeface="Calibri"/>
              <a:cs typeface="Calibri"/>
            </a:endParaRPr>
          </a:p>
          <a:p>
            <a:pPr marL="355600" marR="41275" indent="-343535">
              <a:lnSpc>
                <a:spcPct val="913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 b="1">
                <a:latin typeface="Calibri"/>
                <a:cs typeface="Calibri"/>
              </a:rPr>
              <a:t>Timeline-</a:t>
            </a:r>
            <a:r>
              <a:rPr dirty="0" sz="1200" b="1">
                <a:latin typeface="Calibri"/>
                <a:cs typeface="Calibri"/>
              </a:rPr>
              <a:t>based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animation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property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10">
                <a:latin typeface="Calibri"/>
                <a:cs typeface="Calibri"/>
              </a:rPr>
              <a:t> over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transitions. (Controlling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Properties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55"/>
              </a:lnSpc>
              <a:spcBef>
                <a:spcPts val="135"/>
              </a:spcBef>
            </a:pP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techniques</a:t>
            </a:r>
            <a:r>
              <a:rPr dirty="0" sz="1200">
                <a:latin typeface="Calibri"/>
                <a:cs typeface="Calibri"/>
              </a:rPr>
              <a:t> enhance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complexity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55"/>
              </a:lnSpc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appeal.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429125" y="2000250"/>
            <a:ext cx="4343400" cy="3676650"/>
            <a:chOff x="4429125" y="2000250"/>
            <a:chExt cx="4343400" cy="36766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3000375"/>
              <a:ext cx="3867150" cy="26765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912110"/>
            <a:ext cx="2647315" cy="2272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565"/>
              </a:spcBef>
            </a:pPr>
            <a:r>
              <a:rPr dirty="0" sz="3950">
                <a:latin typeface="Calibri"/>
                <a:cs typeface="Calibri"/>
              </a:rPr>
              <a:t>Drawing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&amp; </a:t>
            </a:r>
            <a:r>
              <a:rPr dirty="0" sz="3950">
                <a:latin typeface="Calibri"/>
                <a:cs typeface="Calibri"/>
              </a:rPr>
              <a:t>Interaction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– </a:t>
            </a:r>
            <a:r>
              <a:rPr dirty="0" sz="3950" spc="-20">
                <a:latin typeface="Calibri"/>
                <a:cs typeface="Calibri"/>
              </a:rPr>
              <a:t>some </a:t>
            </a:r>
            <a:r>
              <a:rPr dirty="0" sz="3950" spc="-10">
                <a:latin typeface="Calibri"/>
                <a:cs typeface="Calibri"/>
              </a:rPr>
              <a:t>examples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5035" y="2093277"/>
            <a:ext cx="1894839" cy="52705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320"/>
              </a:spcBef>
            </a:pPr>
            <a:r>
              <a:rPr dirty="0" sz="1700" b="1">
                <a:latin typeface="Calibri"/>
                <a:cs typeface="Calibri"/>
              </a:rPr>
              <a:t>Easing</a:t>
            </a:r>
            <a:r>
              <a:rPr dirty="0" sz="1700" spc="-8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Functions </a:t>
            </a:r>
            <a:r>
              <a:rPr dirty="0" sz="1700" b="1">
                <a:latin typeface="Calibri"/>
                <a:cs typeface="Calibri"/>
              </a:rPr>
              <a:t>(Smooth</a:t>
            </a:r>
            <a:r>
              <a:rPr dirty="0" sz="1700" spc="-2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Movement)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650" y="1809750"/>
              <a:ext cx="4152900" cy="3181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912110"/>
            <a:ext cx="2647315" cy="2272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565"/>
              </a:spcBef>
            </a:pPr>
            <a:r>
              <a:rPr dirty="0" sz="3950">
                <a:latin typeface="Calibri"/>
                <a:cs typeface="Calibri"/>
              </a:rPr>
              <a:t>Drawing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&amp; </a:t>
            </a:r>
            <a:r>
              <a:rPr dirty="0" sz="3950">
                <a:latin typeface="Calibri"/>
                <a:cs typeface="Calibri"/>
              </a:rPr>
              <a:t>Interaction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– </a:t>
            </a:r>
            <a:r>
              <a:rPr dirty="0" sz="3950" spc="-20">
                <a:latin typeface="Calibri"/>
                <a:cs typeface="Calibri"/>
              </a:rPr>
              <a:t>some </a:t>
            </a:r>
            <a:r>
              <a:rPr dirty="0" sz="3950" spc="-10">
                <a:latin typeface="Calibri"/>
                <a:cs typeface="Calibri"/>
              </a:rPr>
              <a:t>examples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5035" y="2093277"/>
            <a:ext cx="3284220" cy="527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960"/>
              </a:lnSpc>
              <a:spcBef>
                <a:spcPts val="125"/>
              </a:spcBef>
            </a:pPr>
            <a:r>
              <a:rPr dirty="0" sz="1700" spc="-10" b="1">
                <a:latin typeface="Calibri"/>
                <a:cs typeface="Calibri"/>
              </a:rPr>
              <a:t>Keyframes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960"/>
              </a:lnSpc>
            </a:pPr>
            <a:r>
              <a:rPr dirty="0" sz="1700" b="1">
                <a:latin typeface="Calibri"/>
                <a:cs typeface="Calibri"/>
              </a:rPr>
              <a:t>(Smooth</a:t>
            </a:r>
            <a:r>
              <a:rPr dirty="0" sz="1700" spc="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Animation</a:t>
            </a:r>
            <a:r>
              <a:rPr dirty="0" sz="1700" spc="-6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between</a:t>
            </a:r>
            <a:r>
              <a:rPr dirty="0" sz="1700" spc="-6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Points)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650" y="1724025"/>
              <a:ext cx="4152900" cy="3352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912110"/>
            <a:ext cx="2647315" cy="2272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565"/>
              </a:spcBef>
            </a:pPr>
            <a:r>
              <a:rPr dirty="0" sz="3950">
                <a:latin typeface="Calibri"/>
                <a:cs typeface="Calibri"/>
              </a:rPr>
              <a:t>Drawing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&amp; </a:t>
            </a:r>
            <a:r>
              <a:rPr dirty="0" sz="3950">
                <a:latin typeface="Calibri"/>
                <a:cs typeface="Calibri"/>
              </a:rPr>
              <a:t>Interaction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– </a:t>
            </a:r>
            <a:r>
              <a:rPr dirty="0" sz="3950" spc="-20">
                <a:latin typeface="Calibri"/>
                <a:cs typeface="Calibri"/>
              </a:rPr>
              <a:t>some </a:t>
            </a:r>
            <a:r>
              <a:rPr dirty="0" sz="3950" spc="-10">
                <a:latin typeface="Calibri"/>
                <a:cs typeface="Calibri"/>
              </a:rPr>
              <a:t>examples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5035" y="2093277"/>
            <a:ext cx="2246630" cy="52705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320"/>
              </a:spcBef>
            </a:pPr>
            <a:r>
              <a:rPr dirty="0" sz="1700" b="1">
                <a:latin typeface="Calibri"/>
                <a:cs typeface="Calibri"/>
              </a:rPr>
              <a:t>Looping</a:t>
            </a:r>
            <a:r>
              <a:rPr dirty="0" sz="1700" spc="-1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&amp;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Bouncing (Back-and-</a:t>
            </a:r>
            <a:r>
              <a:rPr dirty="0" sz="1700" b="1">
                <a:latin typeface="Calibri"/>
                <a:cs typeface="Calibri"/>
              </a:rPr>
              <a:t>Forth</a:t>
            </a:r>
            <a:r>
              <a:rPr dirty="0" sz="1700" spc="-3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Motion)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650" y="1990725"/>
              <a:ext cx="4152900" cy="2819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912110"/>
            <a:ext cx="2647315" cy="2272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565"/>
              </a:spcBef>
            </a:pPr>
            <a:r>
              <a:rPr dirty="0" sz="3950">
                <a:latin typeface="Calibri"/>
                <a:cs typeface="Calibri"/>
              </a:rPr>
              <a:t>Drawing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&amp; </a:t>
            </a:r>
            <a:r>
              <a:rPr dirty="0" sz="3950">
                <a:latin typeface="Calibri"/>
                <a:cs typeface="Calibri"/>
              </a:rPr>
              <a:t>Interaction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– </a:t>
            </a:r>
            <a:r>
              <a:rPr dirty="0" sz="3950" spc="-20">
                <a:latin typeface="Calibri"/>
                <a:cs typeface="Calibri"/>
              </a:rPr>
              <a:t>some </a:t>
            </a:r>
            <a:r>
              <a:rPr dirty="0" sz="3950" spc="-10">
                <a:latin typeface="Calibri"/>
                <a:cs typeface="Calibri"/>
              </a:rPr>
              <a:t>examples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5035" y="2093277"/>
            <a:ext cx="2721610" cy="527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960"/>
              </a:lnSpc>
              <a:spcBef>
                <a:spcPts val="125"/>
              </a:spcBef>
            </a:pPr>
            <a:r>
              <a:rPr dirty="0" sz="1700" b="1">
                <a:latin typeface="Calibri"/>
                <a:cs typeface="Calibri"/>
              </a:rPr>
              <a:t>Particle</a:t>
            </a:r>
            <a:r>
              <a:rPr dirty="0" sz="1700" spc="-3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System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960"/>
              </a:lnSpc>
            </a:pPr>
            <a:r>
              <a:rPr dirty="0" sz="1700" b="1">
                <a:latin typeface="Calibri"/>
                <a:cs typeface="Calibri"/>
              </a:rPr>
              <a:t>(Simulating</a:t>
            </a:r>
            <a:r>
              <a:rPr dirty="0" sz="1700" spc="-6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Multiple</a:t>
            </a:r>
            <a:r>
              <a:rPr dirty="0" sz="1700" spc="-3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Particles)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8225" y="714375"/>
              <a:ext cx="3524250" cy="54959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5035" y="2912110"/>
            <a:ext cx="2647315" cy="2272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565"/>
              </a:spcBef>
            </a:pPr>
            <a:r>
              <a:rPr dirty="0" sz="3950">
                <a:latin typeface="Calibri"/>
                <a:cs typeface="Calibri"/>
              </a:rPr>
              <a:t>Drawing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&amp; </a:t>
            </a:r>
            <a:r>
              <a:rPr dirty="0" sz="3950">
                <a:latin typeface="Calibri"/>
                <a:cs typeface="Calibri"/>
              </a:rPr>
              <a:t>Interaction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50">
                <a:latin typeface="Calibri"/>
                <a:cs typeface="Calibri"/>
              </a:rPr>
              <a:t>– </a:t>
            </a:r>
            <a:r>
              <a:rPr dirty="0" sz="3950" spc="-20">
                <a:latin typeface="Calibri"/>
                <a:cs typeface="Calibri"/>
              </a:rPr>
              <a:t>some </a:t>
            </a:r>
            <a:r>
              <a:rPr dirty="0" sz="3950" spc="-10">
                <a:latin typeface="Calibri"/>
                <a:cs typeface="Calibri"/>
              </a:rPr>
              <a:t>examples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5035" y="2162111"/>
            <a:ext cx="2775585" cy="466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25"/>
              </a:spcBef>
            </a:pPr>
            <a:r>
              <a:rPr dirty="0" sz="1700" spc="-10" b="1">
                <a:latin typeface="Calibri"/>
                <a:cs typeface="Calibri"/>
              </a:rPr>
              <a:t>Timeline-</a:t>
            </a:r>
            <a:r>
              <a:rPr dirty="0" sz="1700" b="1">
                <a:latin typeface="Calibri"/>
                <a:cs typeface="Calibri"/>
              </a:rPr>
              <a:t>Based</a:t>
            </a:r>
            <a:r>
              <a:rPr dirty="0" sz="1700" spc="5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Animation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420"/>
              </a:lnSpc>
            </a:pPr>
            <a:r>
              <a:rPr dirty="0" sz="1200" spc="-10" b="1">
                <a:latin typeface="Calibri"/>
                <a:cs typeface="Calibri"/>
              </a:rPr>
              <a:t>(Controlling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Multiple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Properties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Over</a:t>
            </a:r>
            <a:r>
              <a:rPr dirty="0" sz="1200" spc="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Time)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2981325"/>
            <a:ext cx="142875" cy="676275"/>
          </a:xfrm>
          <a:custGeom>
            <a:avLst/>
            <a:gdLst/>
            <a:ahLst/>
            <a:cxnLst/>
            <a:rect l="l" t="t" r="r" b="b"/>
            <a:pathLst>
              <a:path w="142875" h="676275">
                <a:moveTo>
                  <a:pt x="142875" y="0"/>
                </a:moveTo>
                <a:lnTo>
                  <a:pt x="0" y="0"/>
                </a:lnTo>
                <a:lnTo>
                  <a:pt x="0" y="676275"/>
                </a:lnTo>
                <a:lnTo>
                  <a:pt x="142875" y="676275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5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0050" y="2981325"/>
            <a:ext cx="152400" cy="676275"/>
          </a:xfrm>
          <a:custGeom>
            <a:avLst/>
            <a:gdLst/>
            <a:ahLst/>
            <a:cxnLst/>
            <a:rect l="l" t="t" r="r" b="b"/>
            <a:pathLst>
              <a:path w="152400" h="676275">
                <a:moveTo>
                  <a:pt x="152400" y="0"/>
                </a:moveTo>
                <a:lnTo>
                  <a:pt x="0" y="0"/>
                </a:lnTo>
                <a:lnTo>
                  <a:pt x="0" y="676275"/>
                </a:lnTo>
                <a:lnTo>
                  <a:pt x="152400" y="676275"/>
                </a:lnTo>
                <a:lnTo>
                  <a:pt x="1524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114800" y="0"/>
            <a:ext cx="5029200" cy="6858000"/>
            <a:chOff x="4114800" y="0"/>
            <a:chExt cx="5029200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0" y="361886"/>
              <a:ext cx="4805426" cy="631990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67200" y="390525"/>
              <a:ext cx="4505325" cy="6019800"/>
            </a:xfrm>
            <a:custGeom>
              <a:avLst/>
              <a:gdLst/>
              <a:ahLst/>
              <a:cxnLst/>
              <a:rect l="l" t="t" r="r" b="b"/>
              <a:pathLst>
                <a:path w="4505325" h="6019800">
                  <a:moveTo>
                    <a:pt x="450532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4505325" y="6019800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650" y="1352550"/>
              <a:ext cx="4152900" cy="4095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454" rIns="0" bIns="0" rtlCol="0" vert="horz">
            <a:spAutoFit/>
          </a:bodyPr>
          <a:lstStyle/>
          <a:p>
            <a:pPr marL="124841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Break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8025" y="1743202"/>
            <a:ext cx="3410585" cy="118872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200">
                <a:latin typeface="Calibri"/>
                <a:cs typeface="Calibri"/>
              </a:rPr>
              <a:t>15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min.!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3200">
                <a:latin typeface="Calibri"/>
                <a:cs typeface="Calibri"/>
              </a:rPr>
              <a:t>Please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don’t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late!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81550" y="771525"/>
            <a:ext cx="4060190" cy="5431790"/>
            <a:chOff x="4781550" y="771525"/>
            <a:chExt cx="4060190" cy="5431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1550" y="771525"/>
              <a:ext cx="3838575" cy="51054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074154" y="4093464"/>
              <a:ext cx="1704339" cy="2046605"/>
            </a:xfrm>
            <a:custGeom>
              <a:avLst/>
              <a:gdLst/>
              <a:ahLst/>
              <a:cxnLst/>
              <a:rect l="l" t="t" r="r" b="b"/>
              <a:pathLst>
                <a:path w="1704340" h="2046604">
                  <a:moveTo>
                    <a:pt x="0" y="2045995"/>
                  </a:moveTo>
                  <a:lnTo>
                    <a:pt x="43077" y="2040209"/>
                  </a:lnTo>
                  <a:lnTo>
                    <a:pt x="85843" y="2033241"/>
                  </a:lnTo>
                  <a:lnTo>
                    <a:pt x="128287" y="2025102"/>
                  </a:lnTo>
                  <a:lnTo>
                    <a:pt x="170399" y="2015803"/>
                  </a:lnTo>
                  <a:lnTo>
                    <a:pt x="212170" y="2005356"/>
                  </a:lnTo>
                  <a:lnTo>
                    <a:pt x="253591" y="1993773"/>
                  </a:lnTo>
                  <a:lnTo>
                    <a:pt x="294651" y="1981065"/>
                  </a:lnTo>
                  <a:lnTo>
                    <a:pt x="335342" y="1967243"/>
                  </a:lnTo>
                  <a:lnTo>
                    <a:pt x="375653" y="1952320"/>
                  </a:lnTo>
                  <a:lnTo>
                    <a:pt x="415575" y="1936306"/>
                  </a:lnTo>
                  <a:lnTo>
                    <a:pt x="455099" y="1919213"/>
                  </a:lnTo>
                  <a:lnTo>
                    <a:pt x="494214" y="1901053"/>
                  </a:lnTo>
                  <a:lnTo>
                    <a:pt x="532912" y="1881837"/>
                  </a:lnTo>
                  <a:lnTo>
                    <a:pt x="571183" y="1861576"/>
                  </a:lnTo>
                  <a:lnTo>
                    <a:pt x="609016" y="1840283"/>
                  </a:lnTo>
                  <a:lnTo>
                    <a:pt x="646403" y="1817969"/>
                  </a:lnTo>
                  <a:lnTo>
                    <a:pt x="683334" y="1794645"/>
                  </a:lnTo>
                  <a:lnTo>
                    <a:pt x="719799" y="1770322"/>
                  </a:lnTo>
                  <a:lnTo>
                    <a:pt x="755789" y="1745013"/>
                  </a:lnTo>
                  <a:lnTo>
                    <a:pt x="791294" y="1718729"/>
                  </a:lnTo>
                  <a:lnTo>
                    <a:pt x="826305" y="1691481"/>
                  </a:lnTo>
                  <a:lnTo>
                    <a:pt x="860811" y="1663281"/>
                  </a:lnTo>
                  <a:lnTo>
                    <a:pt x="894804" y="1634141"/>
                  </a:lnTo>
                  <a:lnTo>
                    <a:pt x="928274" y="1604071"/>
                  </a:lnTo>
                  <a:lnTo>
                    <a:pt x="961211" y="1573084"/>
                  </a:lnTo>
                  <a:lnTo>
                    <a:pt x="993605" y="1541191"/>
                  </a:lnTo>
                  <a:lnTo>
                    <a:pt x="1025448" y="1508403"/>
                  </a:lnTo>
                  <a:lnTo>
                    <a:pt x="1056729" y="1474732"/>
                  </a:lnTo>
                  <a:lnTo>
                    <a:pt x="1087439" y="1440190"/>
                  </a:lnTo>
                  <a:lnTo>
                    <a:pt x="1117568" y="1404788"/>
                  </a:lnTo>
                  <a:lnTo>
                    <a:pt x="1147106" y="1368537"/>
                  </a:lnTo>
                  <a:lnTo>
                    <a:pt x="1176045" y="1331450"/>
                  </a:lnTo>
                  <a:lnTo>
                    <a:pt x="1204375" y="1293537"/>
                  </a:lnTo>
                  <a:lnTo>
                    <a:pt x="1232085" y="1254810"/>
                  </a:lnTo>
                  <a:lnTo>
                    <a:pt x="1259166" y="1215281"/>
                  </a:lnTo>
                  <a:lnTo>
                    <a:pt x="1285609" y="1174961"/>
                  </a:lnTo>
                  <a:lnTo>
                    <a:pt x="1311405" y="1133862"/>
                  </a:lnTo>
                  <a:lnTo>
                    <a:pt x="1336543" y="1091995"/>
                  </a:lnTo>
                  <a:lnTo>
                    <a:pt x="1361013" y="1049372"/>
                  </a:lnTo>
                  <a:lnTo>
                    <a:pt x="1384808" y="1006004"/>
                  </a:lnTo>
                  <a:lnTo>
                    <a:pt x="1407915" y="961903"/>
                  </a:lnTo>
                  <a:lnTo>
                    <a:pt x="1430328" y="917080"/>
                  </a:lnTo>
                  <a:lnTo>
                    <a:pt x="1452034" y="871547"/>
                  </a:lnTo>
                  <a:lnTo>
                    <a:pt x="1473026" y="825316"/>
                  </a:lnTo>
                  <a:lnTo>
                    <a:pt x="1493293" y="778397"/>
                  </a:lnTo>
                  <a:lnTo>
                    <a:pt x="1512826" y="730803"/>
                  </a:lnTo>
                  <a:lnTo>
                    <a:pt x="1531616" y="682545"/>
                  </a:lnTo>
                  <a:lnTo>
                    <a:pt x="1549651" y="633634"/>
                  </a:lnTo>
                  <a:lnTo>
                    <a:pt x="1566924" y="584082"/>
                  </a:lnTo>
                  <a:lnTo>
                    <a:pt x="1583425" y="533901"/>
                  </a:lnTo>
                  <a:lnTo>
                    <a:pt x="1599143" y="483101"/>
                  </a:lnTo>
                  <a:lnTo>
                    <a:pt x="1614070" y="431695"/>
                  </a:lnTo>
                  <a:lnTo>
                    <a:pt x="1628195" y="379695"/>
                  </a:lnTo>
                  <a:lnTo>
                    <a:pt x="1641510" y="327111"/>
                  </a:lnTo>
                  <a:lnTo>
                    <a:pt x="1654004" y="273955"/>
                  </a:lnTo>
                  <a:lnTo>
                    <a:pt x="1665668" y="220238"/>
                  </a:lnTo>
                  <a:lnTo>
                    <a:pt x="1676492" y="165973"/>
                  </a:lnTo>
                  <a:lnTo>
                    <a:pt x="1686467" y="111170"/>
                  </a:lnTo>
                  <a:lnTo>
                    <a:pt x="1695584" y="55842"/>
                  </a:lnTo>
                  <a:lnTo>
                    <a:pt x="1703831" y="0"/>
                  </a:lnTo>
                </a:path>
              </a:pathLst>
            </a:custGeom>
            <a:ln w="126999">
              <a:solidFill>
                <a:srgbClr val="8063A1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86675" y="923925"/>
              <a:ext cx="590550" cy="771525"/>
            </a:xfrm>
            <a:custGeom>
              <a:avLst/>
              <a:gdLst/>
              <a:ahLst/>
              <a:cxnLst/>
              <a:rect l="l" t="t" r="r" b="b"/>
              <a:pathLst>
                <a:path w="590550" h="771525">
                  <a:moveTo>
                    <a:pt x="295275" y="0"/>
                  </a:moveTo>
                  <a:lnTo>
                    <a:pt x="255209" y="3521"/>
                  </a:lnTo>
                  <a:lnTo>
                    <a:pt x="216781" y="13780"/>
                  </a:lnTo>
                  <a:lnTo>
                    <a:pt x="180343" y="30315"/>
                  </a:lnTo>
                  <a:lnTo>
                    <a:pt x="146247" y="52667"/>
                  </a:lnTo>
                  <a:lnTo>
                    <a:pt x="114844" y="80376"/>
                  </a:lnTo>
                  <a:lnTo>
                    <a:pt x="86486" y="112982"/>
                  </a:lnTo>
                  <a:lnTo>
                    <a:pt x="61526" y="150025"/>
                  </a:lnTo>
                  <a:lnTo>
                    <a:pt x="40315" y="191045"/>
                  </a:lnTo>
                  <a:lnTo>
                    <a:pt x="23205" y="235583"/>
                  </a:lnTo>
                  <a:lnTo>
                    <a:pt x="10548" y="283177"/>
                  </a:lnTo>
                  <a:lnTo>
                    <a:pt x="2695" y="333369"/>
                  </a:lnTo>
                  <a:lnTo>
                    <a:pt x="0" y="385699"/>
                  </a:lnTo>
                  <a:lnTo>
                    <a:pt x="2695" y="438057"/>
                  </a:lnTo>
                  <a:lnTo>
                    <a:pt x="10548" y="488273"/>
                  </a:lnTo>
                  <a:lnTo>
                    <a:pt x="23205" y="535888"/>
                  </a:lnTo>
                  <a:lnTo>
                    <a:pt x="40315" y="580441"/>
                  </a:lnTo>
                  <a:lnTo>
                    <a:pt x="61526" y="621474"/>
                  </a:lnTo>
                  <a:lnTo>
                    <a:pt x="86487" y="658526"/>
                  </a:lnTo>
                  <a:lnTo>
                    <a:pt x="114844" y="691139"/>
                  </a:lnTo>
                  <a:lnTo>
                    <a:pt x="146247" y="718852"/>
                  </a:lnTo>
                  <a:lnTo>
                    <a:pt x="180343" y="741207"/>
                  </a:lnTo>
                  <a:lnTo>
                    <a:pt x="216781" y="757744"/>
                  </a:lnTo>
                  <a:lnTo>
                    <a:pt x="255209" y="768003"/>
                  </a:lnTo>
                  <a:lnTo>
                    <a:pt x="295275" y="771525"/>
                  </a:lnTo>
                  <a:lnTo>
                    <a:pt x="335340" y="768003"/>
                  </a:lnTo>
                  <a:lnTo>
                    <a:pt x="373768" y="757744"/>
                  </a:lnTo>
                  <a:lnTo>
                    <a:pt x="410206" y="741207"/>
                  </a:lnTo>
                  <a:lnTo>
                    <a:pt x="444302" y="718852"/>
                  </a:lnTo>
                  <a:lnTo>
                    <a:pt x="475705" y="691139"/>
                  </a:lnTo>
                  <a:lnTo>
                    <a:pt x="504063" y="658526"/>
                  </a:lnTo>
                  <a:lnTo>
                    <a:pt x="529023" y="621474"/>
                  </a:lnTo>
                  <a:lnTo>
                    <a:pt x="550234" y="580441"/>
                  </a:lnTo>
                  <a:lnTo>
                    <a:pt x="567344" y="535888"/>
                  </a:lnTo>
                  <a:lnTo>
                    <a:pt x="580001" y="488273"/>
                  </a:lnTo>
                  <a:lnTo>
                    <a:pt x="587854" y="438057"/>
                  </a:lnTo>
                  <a:lnTo>
                    <a:pt x="590550" y="385699"/>
                  </a:lnTo>
                  <a:lnTo>
                    <a:pt x="587854" y="333369"/>
                  </a:lnTo>
                  <a:lnTo>
                    <a:pt x="580001" y="283177"/>
                  </a:lnTo>
                  <a:lnTo>
                    <a:pt x="567344" y="235583"/>
                  </a:lnTo>
                  <a:lnTo>
                    <a:pt x="550234" y="191045"/>
                  </a:lnTo>
                  <a:lnTo>
                    <a:pt x="529023" y="150025"/>
                  </a:lnTo>
                  <a:lnTo>
                    <a:pt x="504062" y="112982"/>
                  </a:lnTo>
                  <a:lnTo>
                    <a:pt x="475705" y="80376"/>
                  </a:lnTo>
                  <a:lnTo>
                    <a:pt x="444302" y="52667"/>
                  </a:lnTo>
                  <a:lnTo>
                    <a:pt x="410206" y="30315"/>
                  </a:lnTo>
                  <a:lnTo>
                    <a:pt x="373768" y="13780"/>
                  </a:lnTo>
                  <a:lnTo>
                    <a:pt x="335340" y="3521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4375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1288415" y="0"/>
                </a:moveTo>
                <a:lnTo>
                  <a:pt x="1244069" y="974"/>
                </a:lnTo>
                <a:lnTo>
                  <a:pt x="1200089" y="3878"/>
                </a:lnTo>
                <a:lnTo>
                  <a:pt x="1156497" y="8680"/>
                </a:lnTo>
                <a:lnTo>
                  <a:pt x="1113314" y="15350"/>
                </a:lnTo>
                <a:lnTo>
                  <a:pt x="1070566" y="23858"/>
                </a:lnTo>
                <a:lnTo>
                  <a:pt x="1028273" y="34173"/>
                </a:lnTo>
                <a:lnTo>
                  <a:pt x="986459" y="46264"/>
                </a:lnTo>
                <a:lnTo>
                  <a:pt x="945148" y="60101"/>
                </a:lnTo>
                <a:lnTo>
                  <a:pt x="904361" y="75654"/>
                </a:lnTo>
                <a:lnTo>
                  <a:pt x="864121" y="92891"/>
                </a:lnTo>
                <a:lnTo>
                  <a:pt x="824452" y="111784"/>
                </a:lnTo>
                <a:lnTo>
                  <a:pt x="785377" y="132300"/>
                </a:lnTo>
                <a:lnTo>
                  <a:pt x="746917" y="154409"/>
                </a:lnTo>
                <a:lnTo>
                  <a:pt x="709097" y="178081"/>
                </a:lnTo>
                <a:lnTo>
                  <a:pt x="671938" y="203286"/>
                </a:lnTo>
                <a:lnTo>
                  <a:pt x="635464" y="229993"/>
                </a:lnTo>
                <a:lnTo>
                  <a:pt x="599697" y="258171"/>
                </a:lnTo>
                <a:lnTo>
                  <a:pt x="564661" y="287790"/>
                </a:lnTo>
                <a:lnTo>
                  <a:pt x="530378" y="318820"/>
                </a:lnTo>
                <a:lnTo>
                  <a:pt x="496871" y="351229"/>
                </a:lnTo>
                <a:lnTo>
                  <a:pt x="464163" y="384988"/>
                </a:lnTo>
                <a:lnTo>
                  <a:pt x="432277" y="420065"/>
                </a:lnTo>
                <a:lnTo>
                  <a:pt x="401235" y="456431"/>
                </a:lnTo>
                <a:lnTo>
                  <a:pt x="371061" y="494055"/>
                </a:lnTo>
                <a:lnTo>
                  <a:pt x="341777" y="532907"/>
                </a:lnTo>
                <a:lnTo>
                  <a:pt x="313406" y="572955"/>
                </a:lnTo>
                <a:lnTo>
                  <a:pt x="285972" y="614169"/>
                </a:lnTo>
                <a:lnTo>
                  <a:pt x="259496" y="656519"/>
                </a:lnTo>
                <a:lnTo>
                  <a:pt x="234001" y="699975"/>
                </a:lnTo>
                <a:lnTo>
                  <a:pt x="209512" y="744505"/>
                </a:lnTo>
                <a:lnTo>
                  <a:pt x="186050" y="790080"/>
                </a:lnTo>
                <a:lnTo>
                  <a:pt x="163637" y="836668"/>
                </a:lnTo>
                <a:lnTo>
                  <a:pt x="142299" y="884240"/>
                </a:lnTo>
                <a:lnTo>
                  <a:pt x="122056" y="932764"/>
                </a:lnTo>
                <a:lnTo>
                  <a:pt x="102931" y="982211"/>
                </a:lnTo>
                <a:lnTo>
                  <a:pt x="84949" y="1032550"/>
                </a:lnTo>
                <a:lnTo>
                  <a:pt x="68131" y="1083750"/>
                </a:lnTo>
                <a:lnTo>
                  <a:pt x="52500" y="1135780"/>
                </a:lnTo>
                <a:lnTo>
                  <a:pt x="38079" y="1188611"/>
                </a:lnTo>
                <a:lnTo>
                  <a:pt x="24892" y="1242212"/>
                </a:lnTo>
                <a:lnTo>
                  <a:pt x="0" y="1371600"/>
                </a:lnTo>
                <a:lnTo>
                  <a:pt x="2000250" y="1371600"/>
                </a:lnTo>
                <a:lnTo>
                  <a:pt x="2000250" y="279247"/>
                </a:lnTo>
                <a:lnTo>
                  <a:pt x="1919097" y="213385"/>
                </a:lnTo>
                <a:lnTo>
                  <a:pt x="1878513" y="185138"/>
                </a:lnTo>
                <a:lnTo>
                  <a:pt x="1837121" y="158729"/>
                </a:lnTo>
                <a:lnTo>
                  <a:pt x="1794950" y="134199"/>
                </a:lnTo>
                <a:lnTo>
                  <a:pt x="1752031" y="111587"/>
                </a:lnTo>
                <a:lnTo>
                  <a:pt x="1708395" y="90936"/>
                </a:lnTo>
                <a:lnTo>
                  <a:pt x="1664071" y="72285"/>
                </a:lnTo>
                <a:lnTo>
                  <a:pt x="1619091" y="55676"/>
                </a:lnTo>
                <a:lnTo>
                  <a:pt x="1573485" y="41149"/>
                </a:lnTo>
                <a:lnTo>
                  <a:pt x="1527283" y="28746"/>
                </a:lnTo>
                <a:lnTo>
                  <a:pt x="1480517" y="18506"/>
                </a:lnTo>
                <a:lnTo>
                  <a:pt x="1433216" y="10470"/>
                </a:lnTo>
                <a:lnTo>
                  <a:pt x="1385412" y="4680"/>
                </a:lnTo>
                <a:lnTo>
                  <a:pt x="1337135" y="1177"/>
                </a:lnTo>
                <a:lnTo>
                  <a:pt x="128841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840734" y="589100"/>
            <a:ext cx="4646295" cy="4097654"/>
            <a:chOff x="3840734" y="589100"/>
            <a:chExt cx="4646295" cy="40976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375" y="2000250"/>
              <a:ext cx="3581400" cy="26860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904234" y="652600"/>
              <a:ext cx="1796414" cy="1495425"/>
            </a:xfrm>
            <a:custGeom>
              <a:avLst/>
              <a:gdLst/>
              <a:ahLst/>
              <a:cxnLst/>
              <a:rect l="l" t="t" r="r" b="b"/>
              <a:pathLst>
                <a:path w="1796414" h="1495425">
                  <a:moveTo>
                    <a:pt x="0" y="297105"/>
                  </a:moveTo>
                  <a:lnTo>
                    <a:pt x="35035" y="263650"/>
                  </a:lnTo>
                  <a:lnTo>
                    <a:pt x="70700" y="232232"/>
                  </a:lnTo>
                  <a:lnTo>
                    <a:pt x="106955" y="202842"/>
                  </a:lnTo>
                  <a:lnTo>
                    <a:pt x="143758" y="175473"/>
                  </a:lnTo>
                  <a:lnTo>
                    <a:pt x="181070" y="150117"/>
                  </a:lnTo>
                  <a:lnTo>
                    <a:pt x="218849" y="126767"/>
                  </a:lnTo>
                  <a:lnTo>
                    <a:pt x="257055" y="105413"/>
                  </a:lnTo>
                  <a:lnTo>
                    <a:pt x="295646" y="86049"/>
                  </a:lnTo>
                  <a:lnTo>
                    <a:pt x="334583" y="68667"/>
                  </a:lnTo>
                  <a:lnTo>
                    <a:pt x="373825" y="53258"/>
                  </a:lnTo>
                  <a:lnTo>
                    <a:pt x="413330" y="39815"/>
                  </a:lnTo>
                  <a:lnTo>
                    <a:pt x="453058" y="28330"/>
                  </a:lnTo>
                  <a:lnTo>
                    <a:pt x="492968" y="18796"/>
                  </a:lnTo>
                  <a:lnTo>
                    <a:pt x="533021" y="11203"/>
                  </a:lnTo>
                  <a:lnTo>
                    <a:pt x="573174" y="5545"/>
                  </a:lnTo>
                  <a:lnTo>
                    <a:pt x="613387" y="1813"/>
                  </a:lnTo>
                  <a:lnTo>
                    <a:pt x="653620" y="0"/>
                  </a:lnTo>
                  <a:lnTo>
                    <a:pt x="693832" y="97"/>
                  </a:lnTo>
                  <a:lnTo>
                    <a:pt x="733982" y="2097"/>
                  </a:lnTo>
                  <a:lnTo>
                    <a:pt x="774029" y="5993"/>
                  </a:lnTo>
                  <a:lnTo>
                    <a:pt x="813933" y="11775"/>
                  </a:lnTo>
                  <a:lnTo>
                    <a:pt x="853652" y="19437"/>
                  </a:lnTo>
                  <a:lnTo>
                    <a:pt x="893147" y="28970"/>
                  </a:lnTo>
                  <a:lnTo>
                    <a:pt x="932377" y="40367"/>
                  </a:lnTo>
                  <a:lnTo>
                    <a:pt x="971300" y="53619"/>
                  </a:lnTo>
                  <a:lnTo>
                    <a:pt x="1009877" y="68719"/>
                  </a:lnTo>
                  <a:lnTo>
                    <a:pt x="1048065" y="85659"/>
                  </a:lnTo>
                  <a:lnTo>
                    <a:pt x="1085826" y="104431"/>
                  </a:lnTo>
                  <a:lnTo>
                    <a:pt x="1123117" y="125028"/>
                  </a:lnTo>
                  <a:lnTo>
                    <a:pt x="1159899" y="147440"/>
                  </a:lnTo>
                  <a:lnTo>
                    <a:pt x="1196130" y="171661"/>
                  </a:lnTo>
                  <a:lnTo>
                    <a:pt x="1231770" y="197683"/>
                  </a:lnTo>
                  <a:lnTo>
                    <a:pt x="1266778" y="225497"/>
                  </a:lnTo>
                  <a:lnTo>
                    <a:pt x="1301114" y="255096"/>
                  </a:lnTo>
                  <a:lnTo>
                    <a:pt x="1334736" y="286473"/>
                  </a:lnTo>
                  <a:lnTo>
                    <a:pt x="1367604" y="319618"/>
                  </a:lnTo>
                  <a:lnTo>
                    <a:pt x="1399678" y="354524"/>
                  </a:lnTo>
                  <a:lnTo>
                    <a:pt x="1430916" y="391184"/>
                  </a:lnTo>
                  <a:lnTo>
                    <a:pt x="1461277" y="429589"/>
                  </a:lnTo>
                  <a:lnTo>
                    <a:pt x="1490722" y="469732"/>
                  </a:lnTo>
                  <a:lnTo>
                    <a:pt x="1519210" y="511605"/>
                  </a:lnTo>
                  <a:lnTo>
                    <a:pt x="1546699" y="555200"/>
                  </a:lnTo>
                  <a:lnTo>
                    <a:pt x="1573149" y="600508"/>
                  </a:lnTo>
                  <a:lnTo>
                    <a:pt x="1595492" y="641769"/>
                  </a:lnTo>
                  <a:lnTo>
                    <a:pt x="1616715" y="683909"/>
                  </a:lnTo>
                  <a:lnTo>
                    <a:pt x="1636808" y="726887"/>
                  </a:lnTo>
                  <a:lnTo>
                    <a:pt x="1655760" y="770663"/>
                  </a:lnTo>
                  <a:lnTo>
                    <a:pt x="1673562" y="815196"/>
                  </a:lnTo>
                  <a:lnTo>
                    <a:pt x="1690204" y="860445"/>
                  </a:lnTo>
                  <a:lnTo>
                    <a:pt x="1705676" y="906369"/>
                  </a:lnTo>
                  <a:lnTo>
                    <a:pt x="1719967" y="952926"/>
                  </a:lnTo>
                  <a:lnTo>
                    <a:pt x="1733068" y="1000078"/>
                  </a:lnTo>
                  <a:lnTo>
                    <a:pt x="1744969" y="1047781"/>
                  </a:lnTo>
                  <a:lnTo>
                    <a:pt x="1755660" y="1095996"/>
                  </a:lnTo>
                  <a:lnTo>
                    <a:pt x="1765130" y="1144682"/>
                  </a:lnTo>
                  <a:lnTo>
                    <a:pt x="1773370" y="1193797"/>
                  </a:lnTo>
                  <a:lnTo>
                    <a:pt x="1780370" y="1243301"/>
                  </a:lnTo>
                  <a:lnTo>
                    <a:pt x="1786119" y="1293153"/>
                  </a:lnTo>
                  <a:lnTo>
                    <a:pt x="1790608" y="1343312"/>
                  </a:lnTo>
                  <a:lnTo>
                    <a:pt x="1793827" y="1393738"/>
                  </a:lnTo>
                  <a:lnTo>
                    <a:pt x="1795766" y="1444388"/>
                  </a:lnTo>
                  <a:lnTo>
                    <a:pt x="1796414" y="1495223"/>
                  </a:lnTo>
                </a:path>
              </a:pathLst>
            </a:custGeom>
            <a:ln w="126999">
              <a:solidFill>
                <a:srgbClr val="8063A1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0500" y="421576"/>
            <a:ext cx="2289175" cy="1302385"/>
          </a:xfrm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36525" marR="5080" indent="-124460">
              <a:lnSpc>
                <a:spcPts val="4730"/>
              </a:lnSpc>
              <a:spcBef>
                <a:spcPts val="745"/>
              </a:spcBef>
            </a:pPr>
            <a:r>
              <a:rPr dirty="0" spc="-20"/>
              <a:t>Hands-</a:t>
            </a:r>
            <a:r>
              <a:rPr dirty="0" spc="-35"/>
              <a:t>On </a:t>
            </a:r>
            <a:r>
              <a:rPr dirty="0" spc="-10"/>
              <a:t>Exercise!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08025" y="1925002"/>
            <a:ext cx="3610610" cy="402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latin typeface="Calibri"/>
                <a:cs typeface="Calibri"/>
              </a:rPr>
              <a:t>Objectives:</a:t>
            </a:r>
            <a:endParaRPr sz="2000">
              <a:latin typeface="Calibri"/>
              <a:cs typeface="Calibri"/>
            </a:endParaRPr>
          </a:p>
          <a:p>
            <a:pPr marL="355600" marR="98425" indent="-343535">
              <a:lnSpc>
                <a:spcPct val="816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Shapes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follow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mouse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or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colour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mouse </a:t>
            </a:r>
            <a:r>
              <a:rPr dirty="0" sz="2150" spc="-10">
                <a:latin typeface="Calibri"/>
                <a:cs typeface="Calibri"/>
              </a:rPr>
              <a:t>position.</a:t>
            </a:r>
            <a:endParaRPr sz="2150">
              <a:latin typeface="Calibri"/>
              <a:cs typeface="Calibri"/>
            </a:endParaRPr>
          </a:p>
          <a:p>
            <a:pPr marL="355600" marR="27940" indent="-343535">
              <a:lnSpc>
                <a:spcPts val="2100"/>
              </a:lnSpc>
              <a:spcBef>
                <a:spcPts val="51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Invert movement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second </a:t>
            </a:r>
            <a:r>
              <a:rPr dirty="0" sz="2150">
                <a:latin typeface="Calibri"/>
                <a:cs typeface="Calibri"/>
              </a:rPr>
              <a:t>shape,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dynamic background.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Experiment!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Try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out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things!</a:t>
            </a:r>
            <a:endParaRPr sz="2150">
              <a:latin typeface="Calibri"/>
              <a:cs typeface="Calibri"/>
            </a:endParaRPr>
          </a:p>
          <a:p>
            <a:pPr marL="12700" marR="27305">
              <a:lnSpc>
                <a:spcPct val="72200"/>
              </a:lnSpc>
              <a:spcBef>
                <a:spcPts val="2615"/>
              </a:spcBef>
            </a:pPr>
            <a:r>
              <a:rPr dirty="0" sz="1850">
                <a:latin typeface="Calibri"/>
                <a:cs typeface="Calibri"/>
              </a:rPr>
              <a:t>Get</a:t>
            </a:r>
            <a:r>
              <a:rPr dirty="0" sz="1850" spc="2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an</a:t>
            </a:r>
            <a:r>
              <a:rPr dirty="0" sz="1850" spc="5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example</a:t>
            </a:r>
            <a:r>
              <a:rPr dirty="0" sz="1850" spc="10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from</a:t>
            </a:r>
            <a:r>
              <a:rPr dirty="0" sz="1850" spc="55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here: </a:t>
            </a:r>
            <a:r>
              <a:rPr dirty="0" u="heavy" sz="18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https://github.com/ptiagomp/aalto-</a:t>
            </a:r>
            <a:r>
              <a:rPr dirty="0" u="none" sz="185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heavy" sz="18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programming-visual-artists-</a:t>
            </a:r>
            <a:r>
              <a:rPr dirty="0" u="heavy" sz="185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24-</a:t>
            </a:r>
            <a:r>
              <a:rPr dirty="0" u="none" sz="185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heavy" sz="18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25/tree/main/Session-</a:t>
            </a:r>
            <a:r>
              <a:rPr dirty="0" u="heavy" sz="18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02_25022025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1850">
                <a:latin typeface="Calibri"/>
                <a:cs typeface="Calibri"/>
              </a:rPr>
              <a:t>(if</a:t>
            </a:r>
            <a:r>
              <a:rPr dirty="0" sz="1850" spc="-1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bored,</a:t>
            </a:r>
            <a:r>
              <a:rPr dirty="0" sz="1850" spc="3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check</a:t>
            </a:r>
            <a:r>
              <a:rPr dirty="0" sz="1850" spc="2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for</a:t>
            </a:r>
            <a:r>
              <a:rPr dirty="0" sz="1850" spc="7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the</a:t>
            </a:r>
            <a:r>
              <a:rPr dirty="0" sz="1850" spc="1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“extra”</a:t>
            </a:r>
            <a:r>
              <a:rPr dirty="0" sz="1850" spc="15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files!)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1067" y="4390707"/>
            <a:ext cx="2409190" cy="136906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407034" marR="5080" indent="-394970">
              <a:lnSpc>
                <a:spcPts val="5260"/>
              </a:lnSpc>
              <a:spcBef>
                <a:spcPts val="254"/>
              </a:spcBef>
            </a:pPr>
            <a:r>
              <a:rPr dirty="0" sz="4400" spc="-10">
                <a:latin typeface="Calibri"/>
                <a:cs typeface="Calibri"/>
              </a:rPr>
              <a:t>Discussion </a:t>
            </a:r>
            <a:r>
              <a:rPr dirty="0" sz="4400">
                <a:latin typeface="Calibri"/>
                <a:cs typeface="Calibri"/>
              </a:rPr>
              <a:t>&amp;</a:t>
            </a:r>
            <a:r>
              <a:rPr dirty="0" sz="4400" spc="-45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Q&amp;A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285228" y="4530344"/>
            <a:ext cx="1521460" cy="1776095"/>
          </a:xfrm>
          <a:custGeom>
            <a:avLst/>
            <a:gdLst/>
            <a:ahLst/>
            <a:cxnLst/>
            <a:rect l="l" t="t" r="r" b="b"/>
            <a:pathLst>
              <a:path w="1521459" h="1776095">
                <a:moveTo>
                  <a:pt x="1518412" y="0"/>
                </a:moveTo>
                <a:lnTo>
                  <a:pt x="1520407" y="50800"/>
                </a:lnTo>
                <a:lnTo>
                  <a:pt x="1521011" y="101526"/>
                </a:lnTo>
                <a:lnTo>
                  <a:pt x="1520242" y="152141"/>
                </a:lnTo>
                <a:lnTo>
                  <a:pt x="1518123" y="202611"/>
                </a:lnTo>
                <a:lnTo>
                  <a:pt x="1514675" y="252902"/>
                </a:lnTo>
                <a:lnTo>
                  <a:pt x="1509919" y="302979"/>
                </a:lnTo>
                <a:lnTo>
                  <a:pt x="1503876" y="352807"/>
                </a:lnTo>
                <a:lnTo>
                  <a:pt x="1496568" y="402352"/>
                </a:lnTo>
                <a:lnTo>
                  <a:pt x="1488015" y="451579"/>
                </a:lnTo>
                <a:lnTo>
                  <a:pt x="1478238" y="500454"/>
                </a:lnTo>
                <a:lnTo>
                  <a:pt x="1467259" y="548942"/>
                </a:lnTo>
                <a:lnTo>
                  <a:pt x="1455100" y="597008"/>
                </a:lnTo>
                <a:lnTo>
                  <a:pt x="1441780" y="644618"/>
                </a:lnTo>
                <a:lnTo>
                  <a:pt x="1427322" y="691737"/>
                </a:lnTo>
                <a:lnTo>
                  <a:pt x="1411747" y="738331"/>
                </a:lnTo>
                <a:lnTo>
                  <a:pt x="1395075" y="784364"/>
                </a:lnTo>
                <a:lnTo>
                  <a:pt x="1377329" y="829803"/>
                </a:lnTo>
                <a:lnTo>
                  <a:pt x="1358528" y="874613"/>
                </a:lnTo>
                <a:lnTo>
                  <a:pt x="1338695" y="918758"/>
                </a:lnTo>
                <a:lnTo>
                  <a:pt x="1317850" y="962205"/>
                </a:lnTo>
                <a:lnTo>
                  <a:pt x="1296015" y="1004919"/>
                </a:lnTo>
                <a:lnTo>
                  <a:pt x="1273211" y="1046866"/>
                </a:lnTo>
                <a:lnTo>
                  <a:pt x="1249458" y="1088010"/>
                </a:lnTo>
                <a:lnTo>
                  <a:pt x="1224779" y="1128316"/>
                </a:lnTo>
                <a:lnTo>
                  <a:pt x="1199195" y="1167752"/>
                </a:lnTo>
                <a:lnTo>
                  <a:pt x="1172726" y="1206281"/>
                </a:lnTo>
                <a:lnTo>
                  <a:pt x="1145394" y="1243869"/>
                </a:lnTo>
                <a:lnTo>
                  <a:pt x="1117219" y="1280482"/>
                </a:lnTo>
                <a:lnTo>
                  <a:pt x="1088224" y="1316086"/>
                </a:lnTo>
                <a:lnTo>
                  <a:pt x="1058429" y="1350644"/>
                </a:lnTo>
                <a:lnTo>
                  <a:pt x="1027856" y="1384123"/>
                </a:lnTo>
                <a:lnTo>
                  <a:pt x="996525" y="1416489"/>
                </a:lnTo>
                <a:lnTo>
                  <a:pt x="964458" y="1447706"/>
                </a:lnTo>
                <a:lnTo>
                  <a:pt x="931676" y="1477739"/>
                </a:lnTo>
                <a:lnTo>
                  <a:pt x="898201" y="1506556"/>
                </a:lnTo>
                <a:lnTo>
                  <a:pt x="864052" y="1534120"/>
                </a:lnTo>
                <a:lnTo>
                  <a:pt x="829253" y="1560397"/>
                </a:lnTo>
                <a:lnTo>
                  <a:pt x="793823" y="1585352"/>
                </a:lnTo>
                <a:lnTo>
                  <a:pt x="757784" y="1608952"/>
                </a:lnTo>
                <a:lnTo>
                  <a:pt x="721157" y="1631161"/>
                </a:lnTo>
                <a:lnTo>
                  <a:pt x="683963" y="1651944"/>
                </a:lnTo>
                <a:lnTo>
                  <a:pt x="646224" y="1671268"/>
                </a:lnTo>
                <a:lnTo>
                  <a:pt x="607961" y="1689097"/>
                </a:lnTo>
                <a:lnTo>
                  <a:pt x="569194" y="1705397"/>
                </a:lnTo>
                <a:lnTo>
                  <a:pt x="529946" y="1720133"/>
                </a:lnTo>
                <a:lnTo>
                  <a:pt x="490236" y="1733271"/>
                </a:lnTo>
                <a:lnTo>
                  <a:pt x="450088" y="1744776"/>
                </a:lnTo>
                <a:lnTo>
                  <a:pt x="399239" y="1756792"/>
                </a:lnTo>
                <a:lnTo>
                  <a:pt x="348427" y="1765933"/>
                </a:lnTo>
                <a:lnTo>
                  <a:pt x="297725" y="1772197"/>
                </a:lnTo>
                <a:lnTo>
                  <a:pt x="247209" y="1775585"/>
                </a:lnTo>
                <a:lnTo>
                  <a:pt x="196952" y="1776095"/>
                </a:lnTo>
                <a:lnTo>
                  <a:pt x="147028" y="1773727"/>
                </a:lnTo>
                <a:lnTo>
                  <a:pt x="97512" y="1768480"/>
                </a:lnTo>
                <a:lnTo>
                  <a:pt x="48478" y="1760354"/>
                </a:lnTo>
                <a:lnTo>
                  <a:pt x="0" y="1749348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4091" y="1191901"/>
            <a:ext cx="3781906" cy="185079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11015" y="3998848"/>
            <a:ext cx="181292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Calibri"/>
                <a:cs typeface="Calibri"/>
              </a:rPr>
              <a:t>Share</a:t>
            </a:r>
            <a:r>
              <a:rPr dirty="0" sz="1550" spc="35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your</a:t>
            </a:r>
            <a:r>
              <a:rPr dirty="0" sz="1550" spc="13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feedback!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11015" y="4217606"/>
            <a:ext cx="4450080" cy="48577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90"/>
              </a:spcBef>
            </a:pPr>
            <a:r>
              <a:rPr dirty="0" sz="1550">
                <a:latin typeface="Calibri"/>
                <a:cs typeface="Calibri"/>
              </a:rPr>
              <a:t>Am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going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fast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slow?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this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easy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too </a:t>
            </a:r>
            <a:r>
              <a:rPr dirty="0" sz="1550" spc="-10">
                <a:latin typeface="Calibri"/>
                <a:cs typeface="Calibri"/>
              </a:rPr>
              <a:t>hard?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1015" y="4714240"/>
            <a:ext cx="1640839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Calibri"/>
                <a:cs typeface="Calibri"/>
              </a:rPr>
              <a:t>Next</a:t>
            </a:r>
            <a:r>
              <a:rPr dirty="0" sz="1550" spc="25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week’s</a:t>
            </a:r>
            <a:r>
              <a:rPr dirty="0" sz="1550" spc="20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topics: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11015" y="4980876"/>
            <a:ext cx="3636010" cy="75247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55600" marR="5080" indent="-343535">
              <a:lnSpc>
                <a:spcPts val="173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Control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Structures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(loops,</a:t>
            </a:r>
            <a:r>
              <a:rPr dirty="0" sz="1550" spc="19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conditionals), Transformations.</a:t>
            </a: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Functions,</a:t>
            </a:r>
            <a:r>
              <a:rPr dirty="0" sz="1550" spc="1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Modular</a:t>
            </a:r>
            <a:r>
              <a:rPr dirty="0" sz="1550" spc="15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code.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11015" y="5734367"/>
            <a:ext cx="25266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Don’t</a:t>
            </a:r>
            <a:r>
              <a:rPr dirty="0" sz="1550" spc="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dirty="0" sz="1550" spc="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550" spc="10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0000"/>
                </a:solidFill>
                <a:latin typeface="Calibri"/>
                <a:cs typeface="Calibri"/>
              </a:rPr>
              <a:t>assignments!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2026-02-16T14:38:03Z</dcterms:created>
  <dcterms:modified xsi:type="dcterms:W3CDTF">2026-02-16T14:38:03Z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LastSaved">
    <vt:filetime>2026-02-16T00:00:00Z</vt:filetime>
  </property>
</Properties>
</file>